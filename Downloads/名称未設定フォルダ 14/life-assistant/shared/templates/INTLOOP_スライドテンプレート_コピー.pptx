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 id="2147483697" r:id="rId5"/>
  </p:sldMasterIdLst>
  <p:notesMasterIdLst>
    <p:notesMasterId r:id="rId29"/>
  </p:notesMasterIdLst>
  <p:handoutMasterIdLst>
    <p:handoutMasterId r:id="rId30"/>
  </p:handoutMasterIdLst>
  <p:sldIdLst>
    <p:sldId id="2147472784" r:id="rId6"/>
    <p:sldId id="2147472785" r:id="rId7"/>
    <p:sldId id="2147472786" r:id="rId8"/>
    <p:sldId id="2147472787" r:id="rId9"/>
    <p:sldId id="2147472789" r:id="rId10"/>
    <p:sldId id="2147472790" r:id="rId11"/>
    <p:sldId id="2147472798" r:id="rId12"/>
    <p:sldId id="2147472799" r:id="rId13"/>
    <p:sldId id="2147472797" r:id="rId14"/>
    <p:sldId id="2147472791" r:id="rId15"/>
    <p:sldId id="2147472792" r:id="rId16"/>
    <p:sldId id="2147472793" r:id="rId17"/>
    <p:sldId id="2147472794" r:id="rId18"/>
    <p:sldId id="2147472724" r:id="rId19"/>
    <p:sldId id="2147472699" r:id="rId20"/>
    <p:sldId id="2147472675" r:id="rId21"/>
    <p:sldId id="2147472591" r:id="rId22"/>
    <p:sldId id="2147472725" r:id="rId23"/>
    <p:sldId id="2147472669" r:id="rId24"/>
    <p:sldId id="2147472783" r:id="rId25"/>
    <p:sldId id="2147472726" r:id="rId26"/>
    <p:sldId id="2147472727" r:id="rId27"/>
    <p:sldId id="2147472728" r:id="rId28"/>
  </p:sldIdLst>
  <p:sldSz cx="12192000" cy="6858000"/>
  <p:notesSz cx="7099300" cy="102346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861" userDrawn="1">
          <p15:clr>
            <a:srgbClr val="A4A3A4"/>
          </p15:clr>
        </p15:guide>
        <p15:guide id="2" orient="horz" pos="2183" userDrawn="1">
          <p15:clr>
            <a:srgbClr val="A4A3A4"/>
          </p15:clr>
        </p15:guide>
      </p15:sldGuideLst>
    </p:ext>
    <p:ext uri="{2D200454-40CA-4A62-9FC3-DE9A4176ACB9}">
      <p15:notesGuideLst xmlns:p15="http://schemas.microsoft.com/office/powerpoint/2012/main">
        <p15:guide id="1" orient="horz" pos="3210" userDrawn="1">
          <p15:clr>
            <a:srgbClr val="A4A3A4"/>
          </p15:clr>
        </p15:guide>
        <p15:guide id="2" pos="2236"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作成者"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作成者" initials="A" lastIdx="4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965"/>
    <a:srgbClr val="0086C5"/>
    <a:srgbClr val="F2F7FC"/>
    <a:srgbClr val="0085C4"/>
    <a:srgbClr val="FEFEFE"/>
    <a:srgbClr val="0087C6"/>
    <a:srgbClr val="0084C1"/>
    <a:srgbClr val="033865"/>
    <a:srgbClr val="ED514E"/>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C87AE5-5D43-47E8-AD3B-679C20117ADF}" v="8" dt="2026-02-03T04:44:17.103"/>
    <p1510:client id="{79A9CFBB-9E4E-9123-DF54-0C981185A68C}" v="23" dt="2026-02-02T08:17:38.262"/>
    <p1510:client id="{D2F8331F-9AE9-BE71-7D77-12EBE944A006}" v="72" dt="2026-02-02T08:11:50.608"/>
    <p1510:client id="{F787E886-1D6F-4977-88BD-97CD1B005078}" v="8" dt="2026-02-02T08:14:36.664"/>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淡色スタイル 1 - アクセント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淡色スタイル 1 - アクセント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A111915-BE36-4E01-A7E5-04B1672EAD32}" styleName="淡色スタイル 2 - アクセント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pos="4861"/>
        <p:guide orient="horz" pos="2183"/>
      </p:guideLst>
    </p:cSldViewPr>
  </p:slideViewPr>
  <p:notesViewPr>
    <p:cSldViewPr snapToGrid="0">
      <p:cViewPr>
        <p:scale>
          <a:sx n="1" d="2"/>
          <a:sy n="1" d="2"/>
        </p:scale>
        <p:origin x="0" y="0"/>
      </p:cViewPr>
      <p:guideLst>
        <p:guide orient="horz" pos="3210"/>
        <p:guide pos="223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presProps" Target="presProps.xml"/><Relationship Id="rId37"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9182695F-FC47-D9AB-080C-583473BB3321}"/>
              </a:ext>
            </a:extLst>
          </p:cNvPr>
          <p:cNvSpPr>
            <a:spLocks noGrp="1"/>
          </p:cNvSpPr>
          <p:nvPr>
            <p:ph type="hdr" sz="quarter"/>
          </p:nvPr>
        </p:nvSpPr>
        <p:spPr>
          <a:xfrm>
            <a:off x="0" y="2"/>
            <a:ext cx="3076780" cy="513883"/>
          </a:xfrm>
          <a:prstGeom prst="rect">
            <a:avLst/>
          </a:prstGeom>
        </p:spPr>
        <p:txBody>
          <a:bodyPr vert="horz" lIns="94760" tIns="47380" rIns="94760" bIns="4738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076139FB-841B-327E-5EA1-B864314E3CA7}"/>
              </a:ext>
            </a:extLst>
          </p:cNvPr>
          <p:cNvSpPr>
            <a:spLocks noGrp="1"/>
          </p:cNvSpPr>
          <p:nvPr>
            <p:ph type="dt" sz="quarter" idx="1"/>
          </p:nvPr>
        </p:nvSpPr>
        <p:spPr>
          <a:xfrm>
            <a:off x="4021385" y="2"/>
            <a:ext cx="3076780" cy="513883"/>
          </a:xfrm>
          <a:prstGeom prst="rect">
            <a:avLst/>
          </a:prstGeom>
        </p:spPr>
        <p:txBody>
          <a:bodyPr vert="horz" lIns="94760" tIns="47380" rIns="94760" bIns="47380" rtlCol="0"/>
          <a:lstStyle>
            <a:lvl1pPr algn="r">
              <a:defRPr sz="1200"/>
            </a:lvl1pPr>
          </a:lstStyle>
          <a:p>
            <a:fld id="{4C141972-0CFA-45BA-8FDA-D868A324601D}" type="datetimeFigureOut">
              <a:rPr kumimoji="1" lang="ja-JP" altLang="en-US" smtClean="0"/>
              <a:t>2026/2/5</a:t>
            </a:fld>
            <a:endParaRPr kumimoji="1" lang="ja-JP" altLang="en-US"/>
          </a:p>
        </p:txBody>
      </p:sp>
      <p:sp>
        <p:nvSpPr>
          <p:cNvPr id="4" name="フッター プレースホルダー 3">
            <a:extLst>
              <a:ext uri="{FF2B5EF4-FFF2-40B4-BE49-F238E27FC236}">
                <a16:creationId xmlns:a16="http://schemas.microsoft.com/office/drawing/2014/main" id="{7F3965B9-E414-2FF2-5308-B55BC84A9CB1}"/>
              </a:ext>
            </a:extLst>
          </p:cNvPr>
          <p:cNvSpPr>
            <a:spLocks noGrp="1"/>
          </p:cNvSpPr>
          <p:nvPr>
            <p:ph type="ftr" sz="quarter" idx="2"/>
          </p:nvPr>
        </p:nvSpPr>
        <p:spPr>
          <a:xfrm>
            <a:off x="0" y="9720733"/>
            <a:ext cx="3076780" cy="513881"/>
          </a:xfrm>
          <a:prstGeom prst="rect">
            <a:avLst/>
          </a:prstGeom>
        </p:spPr>
        <p:txBody>
          <a:bodyPr vert="horz" lIns="94760" tIns="47380" rIns="94760" bIns="4738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DAD62629-7AE9-BA8F-7F8B-BF23BFB602F5}"/>
              </a:ext>
            </a:extLst>
          </p:cNvPr>
          <p:cNvSpPr>
            <a:spLocks noGrp="1"/>
          </p:cNvSpPr>
          <p:nvPr>
            <p:ph type="sldNum" sz="quarter" idx="3"/>
          </p:nvPr>
        </p:nvSpPr>
        <p:spPr>
          <a:xfrm>
            <a:off x="4021385" y="9720733"/>
            <a:ext cx="3076780" cy="513881"/>
          </a:xfrm>
          <a:prstGeom prst="rect">
            <a:avLst/>
          </a:prstGeom>
        </p:spPr>
        <p:txBody>
          <a:bodyPr vert="horz" lIns="94760" tIns="47380" rIns="94760" bIns="47380" rtlCol="0" anchor="b"/>
          <a:lstStyle>
            <a:lvl1pPr algn="r">
              <a:defRPr sz="1200"/>
            </a:lvl1pPr>
          </a:lstStyle>
          <a:p>
            <a:fld id="{5D3E1D78-6296-4218-B3B0-4210C72DB160}" type="slidenum">
              <a:rPr kumimoji="1" lang="ja-JP" altLang="en-US" smtClean="0"/>
              <a:t>‹#›</a:t>
            </a:fld>
            <a:endParaRPr kumimoji="1" lang="ja-JP" altLang="en-US"/>
          </a:p>
        </p:txBody>
      </p:sp>
    </p:spTree>
    <p:extLst>
      <p:ext uri="{BB962C8B-B14F-4D97-AF65-F5344CB8AC3E}">
        <p14:creationId xmlns:p14="http://schemas.microsoft.com/office/powerpoint/2010/main" val="2009677149"/>
      </p:ext>
    </p:extLst>
  </p:cSld>
  <p:clrMap bg1="lt1" tx1="dk1" bg2="lt2" tx2="dk2" accent1="accent1" accent2="accent2" accent3="accent3" accent4="accent4" accent5="accent5" accent6="accent6" hlink="hlink" folHlink="folHlink"/>
  <p:hf hdr="0" ftr="0" dt="0"/>
  <p:extLst>
    <p:ext uri="{56416CCD-93CA-4268-BC5B-53C4BB910035}">
      <p15:sldGuideLst xmlns:p15="http://schemas.microsoft.com/office/powerpoint/2012/main">
        <p15:guide id="1" orient="horz" pos="3224" userDrawn="1">
          <p15:clr>
            <a:srgbClr val="F26B43"/>
          </p15:clr>
        </p15:guide>
        <p15:guide id="2" pos="2236"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2" y="4"/>
            <a:ext cx="3076363" cy="513507"/>
          </a:xfrm>
          <a:prstGeom prst="rect">
            <a:avLst/>
          </a:prstGeom>
        </p:spPr>
        <p:txBody>
          <a:bodyPr vert="horz" lIns="94760" tIns="47380" rIns="94760" bIns="47380" rtlCol="0"/>
          <a:lstStyle>
            <a:lvl1pPr algn="l">
              <a:defRPr sz="1200">
                <a:latin typeface="BIZ UDPゴシック" panose="020B0400000000000000" pitchFamily="50" charset="-128"/>
                <a:ea typeface="BIZ UDPゴシック" panose="020B0400000000000000" pitchFamily="50" charset="-128"/>
              </a:defRPr>
            </a:lvl1pPr>
          </a:lstStyle>
          <a:p>
            <a:endParaRPr lang="ja-JP" altLang="en-US"/>
          </a:p>
        </p:txBody>
      </p:sp>
      <p:sp>
        <p:nvSpPr>
          <p:cNvPr id="3" name="日付プレースホルダー 2"/>
          <p:cNvSpPr>
            <a:spLocks noGrp="1"/>
          </p:cNvSpPr>
          <p:nvPr>
            <p:ph type="dt" idx="1"/>
          </p:nvPr>
        </p:nvSpPr>
        <p:spPr>
          <a:xfrm>
            <a:off x="4021296" y="4"/>
            <a:ext cx="3076363" cy="513507"/>
          </a:xfrm>
          <a:prstGeom prst="rect">
            <a:avLst/>
          </a:prstGeom>
        </p:spPr>
        <p:txBody>
          <a:bodyPr vert="horz" lIns="94760" tIns="47380" rIns="94760" bIns="47380" rtlCol="0"/>
          <a:lstStyle>
            <a:lvl1pPr algn="r">
              <a:defRPr sz="1200">
                <a:latin typeface="BIZ UDPゴシック" panose="020B0400000000000000" pitchFamily="50" charset="-128"/>
                <a:ea typeface="BIZ UDPゴシック" panose="020B0400000000000000" pitchFamily="50" charset="-128"/>
              </a:defRPr>
            </a:lvl1pPr>
          </a:lstStyle>
          <a:p>
            <a:fld id="{280D92C3-2F61-4D7C-8013-79D8C568B8A0}" type="datetimeFigureOut">
              <a:rPr lang="ja-JP" altLang="en-US" smtClean="0"/>
              <a:pPr/>
              <a:t>2026/2/5</a:t>
            </a:fld>
            <a:endParaRPr lang="ja-JP" altLang="en-US"/>
          </a:p>
        </p:txBody>
      </p:sp>
      <p:sp>
        <p:nvSpPr>
          <p:cNvPr id="4" name="スライド イメージ プレースホルダー 3"/>
          <p:cNvSpPr>
            <a:spLocks noGrp="1" noRot="1" noChangeAspect="1"/>
          </p:cNvSpPr>
          <p:nvPr>
            <p:ph type="sldImg" idx="2"/>
          </p:nvPr>
        </p:nvSpPr>
        <p:spPr>
          <a:xfrm>
            <a:off x="479425" y="1277938"/>
            <a:ext cx="6140450" cy="3454400"/>
          </a:xfrm>
          <a:prstGeom prst="rect">
            <a:avLst/>
          </a:prstGeom>
          <a:noFill/>
          <a:ln w="12700">
            <a:solidFill>
              <a:prstClr val="black"/>
            </a:solidFill>
          </a:ln>
        </p:spPr>
        <p:txBody>
          <a:bodyPr vert="horz" lIns="94760" tIns="47380" rIns="94760" bIns="47380" rtlCol="0" anchor="ctr"/>
          <a:lstStyle/>
          <a:p>
            <a:endParaRPr lang="ja-JP" altLang="en-US"/>
          </a:p>
        </p:txBody>
      </p:sp>
      <p:sp>
        <p:nvSpPr>
          <p:cNvPr id="5" name="ノート プレースホルダー 4"/>
          <p:cNvSpPr>
            <a:spLocks noGrp="1"/>
          </p:cNvSpPr>
          <p:nvPr>
            <p:ph type="body" sz="quarter" idx="3"/>
          </p:nvPr>
        </p:nvSpPr>
        <p:spPr>
          <a:xfrm>
            <a:off x="709931" y="4925408"/>
            <a:ext cx="5679440" cy="4029879"/>
          </a:xfrm>
          <a:prstGeom prst="rect">
            <a:avLst/>
          </a:prstGeom>
        </p:spPr>
        <p:txBody>
          <a:bodyPr vert="horz" lIns="94760" tIns="47380" rIns="94760" bIns="4738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2" y="9721108"/>
            <a:ext cx="3076363" cy="513506"/>
          </a:xfrm>
          <a:prstGeom prst="rect">
            <a:avLst/>
          </a:prstGeom>
        </p:spPr>
        <p:txBody>
          <a:bodyPr vert="horz" lIns="94760" tIns="47380" rIns="94760" bIns="47380" rtlCol="0" anchor="b"/>
          <a:lstStyle>
            <a:lvl1pPr algn="l">
              <a:defRPr sz="1200">
                <a:latin typeface="BIZ UDPゴシック" panose="020B0400000000000000" pitchFamily="50" charset="-128"/>
                <a:ea typeface="BIZ UDPゴシック" panose="020B0400000000000000" pitchFamily="50" charset="-128"/>
              </a:defRPr>
            </a:lvl1pPr>
          </a:lstStyle>
          <a:p>
            <a:endParaRPr lang="ja-JP" altLang="en-US"/>
          </a:p>
        </p:txBody>
      </p:sp>
      <p:sp>
        <p:nvSpPr>
          <p:cNvPr id="7" name="スライド番号プレースホルダー 6"/>
          <p:cNvSpPr>
            <a:spLocks noGrp="1"/>
          </p:cNvSpPr>
          <p:nvPr>
            <p:ph type="sldNum" sz="quarter" idx="5"/>
          </p:nvPr>
        </p:nvSpPr>
        <p:spPr>
          <a:xfrm>
            <a:off x="4021296" y="9721108"/>
            <a:ext cx="3076363" cy="513506"/>
          </a:xfrm>
          <a:prstGeom prst="rect">
            <a:avLst/>
          </a:prstGeom>
        </p:spPr>
        <p:txBody>
          <a:bodyPr vert="horz" lIns="94760" tIns="47380" rIns="94760" bIns="47380" rtlCol="0" anchor="b"/>
          <a:lstStyle>
            <a:lvl1pPr algn="r">
              <a:defRPr sz="1200">
                <a:latin typeface="BIZ UDPゴシック" panose="020B0400000000000000" pitchFamily="50" charset="-128"/>
                <a:ea typeface="BIZ UDPゴシック" panose="020B0400000000000000" pitchFamily="50" charset="-128"/>
              </a:defRPr>
            </a:lvl1pPr>
          </a:lstStyle>
          <a:p>
            <a:fld id="{0D7DF58C-37ED-41BB-BCFC-28E4C3937350}" type="slidenum">
              <a:rPr lang="ja-JP" altLang="en-US" smtClean="0"/>
              <a:pPr/>
              <a:t>‹#›</a:t>
            </a:fld>
            <a:endParaRPr lang="ja-JP" altLang="en-US"/>
          </a:p>
        </p:txBody>
      </p:sp>
    </p:spTree>
    <p:extLst>
      <p:ext uri="{BB962C8B-B14F-4D97-AF65-F5344CB8AC3E}">
        <p14:creationId xmlns:p14="http://schemas.microsoft.com/office/powerpoint/2010/main" val="363096370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1pPr>
    <a:lvl2pPr marL="4572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2pPr>
    <a:lvl3pPr marL="9144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3pPr>
    <a:lvl4pPr marL="13716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4pPr>
    <a:lvl5pPr marL="18288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223" userDrawn="1">
          <p15:clr>
            <a:srgbClr val="F26B43"/>
          </p15:clr>
        </p15:guide>
        <p15:guide id="2" pos="223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562A3-96FA-AF52-994E-73E80E32D6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0420D2C-F3F1-9ABF-3E35-0BFF2F00F4A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A94F18F-1369-B1CE-5361-36F8EDA9BB7F}"/>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5430B63-89D9-E7BA-3D15-3E373FC99BB3}"/>
              </a:ext>
            </a:extLst>
          </p:cNvPr>
          <p:cNvSpPr>
            <a:spLocks noGrp="1"/>
          </p:cNvSpPr>
          <p:nvPr>
            <p:ph type="sldNum" sz="quarter" idx="5"/>
          </p:nvPr>
        </p:nvSpPr>
        <p:spPr/>
        <p:txBody>
          <a:bodyPr/>
          <a:lstStyle/>
          <a:p>
            <a:fld id="{0D7DF58C-37ED-41BB-BCFC-28E4C3937350}" type="slidenum">
              <a:rPr lang="ja-JP" altLang="en-US" smtClean="0"/>
              <a:pPr/>
              <a:t>14</a:t>
            </a:fld>
            <a:endParaRPr lang="ja-JP" altLang="en-US"/>
          </a:p>
        </p:txBody>
      </p:sp>
    </p:spTree>
    <p:extLst>
      <p:ext uri="{BB962C8B-B14F-4D97-AF65-F5344CB8AC3E}">
        <p14:creationId xmlns:p14="http://schemas.microsoft.com/office/powerpoint/2010/main" val="3422175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0D7DF58C-37ED-41BB-BCFC-28E4C3937350}" type="slidenum">
              <a:rPr lang="ja-JP" altLang="en-US" smtClean="0"/>
              <a:pPr/>
              <a:t>16</a:t>
            </a:fld>
            <a:endParaRPr lang="ja-JP" altLang="en-US"/>
          </a:p>
        </p:txBody>
      </p:sp>
    </p:spTree>
    <p:extLst>
      <p:ext uri="{BB962C8B-B14F-4D97-AF65-F5344CB8AC3E}">
        <p14:creationId xmlns:p14="http://schemas.microsoft.com/office/powerpoint/2010/main" val="2606566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altLang="ja-JP"/>
          </a:p>
        </p:txBody>
      </p:sp>
      <p:sp>
        <p:nvSpPr>
          <p:cNvPr id="4" name="スライド番号プレースホルダー 3"/>
          <p:cNvSpPr>
            <a:spLocks noGrp="1"/>
          </p:cNvSpPr>
          <p:nvPr>
            <p:ph type="sldNum" sz="quarter" idx="5"/>
          </p:nvPr>
        </p:nvSpPr>
        <p:spPr/>
        <p:txBody>
          <a:bodyPr/>
          <a:lstStyle/>
          <a:p>
            <a:fld id="{4DF1EBDF-3BCF-49D2-98F3-8E65C87084C1}" type="slidenum">
              <a:rPr kumimoji="1" lang="ja-JP" altLang="en-US" smtClean="0"/>
              <a:t>17</a:t>
            </a:fld>
            <a:endParaRPr kumimoji="1" lang="ja-JP" altLang="en-US"/>
          </a:p>
        </p:txBody>
      </p:sp>
    </p:spTree>
    <p:extLst>
      <p:ext uri="{BB962C8B-B14F-4D97-AF65-F5344CB8AC3E}">
        <p14:creationId xmlns:p14="http://schemas.microsoft.com/office/powerpoint/2010/main" val="499083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DF531-94FC-153D-DF87-24280A6B356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D129247-64DA-7874-D812-786DE8D28F4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802C11A-9673-5073-2685-CCBD038021F1}"/>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F8F2BBA-E718-B168-C93D-C43807ECB9C9}"/>
              </a:ext>
            </a:extLst>
          </p:cNvPr>
          <p:cNvSpPr>
            <a:spLocks noGrp="1"/>
          </p:cNvSpPr>
          <p:nvPr>
            <p:ph type="sldNum" sz="quarter" idx="5"/>
          </p:nvPr>
        </p:nvSpPr>
        <p:spPr/>
        <p:txBody>
          <a:bodyPr/>
          <a:lstStyle/>
          <a:p>
            <a:fld id="{0D7DF58C-37ED-41BB-BCFC-28E4C3937350}" type="slidenum">
              <a:rPr lang="ja-JP" altLang="en-US" smtClean="0"/>
              <a:pPr/>
              <a:t>18</a:t>
            </a:fld>
            <a:endParaRPr lang="ja-JP" altLang="en-US"/>
          </a:p>
        </p:txBody>
      </p:sp>
    </p:spTree>
    <p:extLst>
      <p:ext uri="{BB962C8B-B14F-4D97-AF65-F5344CB8AC3E}">
        <p14:creationId xmlns:p14="http://schemas.microsoft.com/office/powerpoint/2010/main" val="39177450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just" defTabSz="947509" fontAlgn="t">
              <a:defRPr/>
            </a:pPr>
            <a:endParaRPr lang="ja-JP" altLang="en-US"/>
          </a:p>
        </p:txBody>
      </p:sp>
      <p:sp>
        <p:nvSpPr>
          <p:cNvPr id="4" name="スライド番号プレースホルダー 3"/>
          <p:cNvSpPr>
            <a:spLocks noGrp="1"/>
          </p:cNvSpPr>
          <p:nvPr>
            <p:ph type="sldNum" sz="quarter" idx="5"/>
          </p:nvPr>
        </p:nvSpPr>
        <p:spPr/>
        <p:txBody>
          <a:bodyPr/>
          <a:lstStyle/>
          <a:p>
            <a:fld id="{99EC7A41-5D59-4E06-829B-FBD78BF0FCBF}" type="slidenum">
              <a:rPr kumimoji="1" lang="ja-JP" altLang="en-US" smtClean="0"/>
              <a:t>19</a:t>
            </a:fld>
            <a:endParaRPr kumimoji="1" lang="ja-JP" altLang="en-US"/>
          </a:p>
        </p:txBody>
      </p:sp>
      <p:sp>
        <p:nvSpPr>
          <p:cNvPr id="5" name="フッター プレースホルダー 4">
            <a:extLst>
              <a:ext uri="{FF2B5EF4-FFF2-40B4-BE49-F238E27FC236}">
                <a16:creationId xmlns:a16="http://schemas.microsoft.com/office/drawing/2014/main" id="{A83E45A2-9EA3-431A-BD6E-F4A0CF3B20F3}"/>
              </a:ext>
            </a:extLst>
          </p:cNvPr>
          <p:cNvSpPr>
            <a:spLocks noGrp="1"/>
          </p:cNvSpPr>
          <p:nvPr>
            <p:ph type="ftr" sz="quarter" idx="4"/>
          </p:nvPr>
        </p:nvSpPr>
        <p:spPr/>
        <p:txBody>
          <a:bodyPr/>
          <a:lstStyle/>
          <a:p>
            <a:endParaRPr kumimoji="1" lang="ja-JP" altLang="en-US"/>
          </a:p>
        </p:txBody>
      </p:sp>
    </p:spTree>
    <p:extLst>
      <p:ext uri="{BB962C8B-B14F-4D97-AF65-F5344CB8AC3E}">
        <p14:creationId xmlns:p14="http://schemas.microsoft.com/office/powerpoint/2010/main" val="38146715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D04E2-8B27-D437-848E-66D5512F240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8926B88-9913-AD9C-B408-D4D770B61C6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3C9A966-509B-64ED-785B-4540155D6B26}"/>
              </a:ext>
            </a:extLst>
          </p:cNvPr>
          <p:cNvSpPr>
            <a:spLocks noGrp="1"/>
          </p:cNvSpPr>
          <p:nvPr>
            <p:ph type="body" idx="1"/>
          </p:nvPr>
        </p:nvSpPr>
        <p:spPr/>
        <p:txBody>
          <a:bodyPr/>
          <a:lstStyle/>
          <a:p>
            <a:pPr algn="just" defTabSz="947509" fontAlgn="t">
              <a:defRPr/>
            </a:pPr>
            <a:endParaRPr lang="ja-JP" altLang="en-US"/>
          </a:p>
        </p:txBody>
      </p:sp>
      <p:sp>
        <p:nvSpPr>
          <p:cNvPr id="4" name="スライド番号プレースホルダー 3">
            <a:extLst>
              <a:ext uri="{FF2B5EF4-FFF2-40B4-BE49-F238E27FC236}">
                <a16:creationId xmlns:a16="http://schemas.microsoft.com/office/drawing/2014/main" id="{062E37D6-A89B-54E5-4310-E5D2B947F14D}"/>
              </a:ext>
            </a:extLst>
          </p:cNvPr>
          <p:cNvSpPr>
            <a:spLocks noGrp="1"/>
          </p:cNvSpPr>
          <p:nvPr>
            <p:ph type="sldNum" sz="quarter" idx="5"/>
          </p:nvPr>
        </p:nvSpPr>
        <p:spPr/>
        <p:txBody>
          <a:bodyPr/>
          <a:lstStyle/>
          <a:p>
            <a:fld id="{99EC7A41-5D59-4E06-829B-FBD78BF0FCBF}" type="slidenum">
              <a:rPr kumimoji="1" lang="ja-JP" altLang="en-US" smtClean="0"/>
              <a:t>20</a:t>
            </a:fld>
            <a:endParaRPr kumimoji="1" lang="ja-JP" altLang="en-US"/>
          </a:p>
        </p:txBody>
      </p:sp>
      <p:sp>
        <p:nvSpPr>
          <p:cNvPr id="5" name="フッター プレースホルダー 4">
            <a:extLst>
              <a:ext uri="{FF2B5EF4-FFF2-40B4-BE49-F238E27FC236}">
                <a16:creationId xmlns:a16="http://schemas.microsoft.com/office/drawing/2014/main" id="{3A281653-BA79-5595-3B44-A14D52B86947}"/>
              </a:ext>
            </a:extLst>
          </p:cNvPr>
          <p:cNvSpPr>
            <a:spLocks noGrp="1"/>
          </p:cNvSpPr>
          <p:nvPr>
            <p:ph type="ftr" sz="quarter" idx="4"/>
          </p:nvPr>
        </p:nvSpPr>
        <p:spPr/>
        <p:txBody>
          <a:bodyPr/>
          <a:lstStyle/>
          <a:p>
            <a:endParaRPr kumimoji="1" lang="ja-JP" altLang="en-US"/>
          </a:p>
        </p:txBody>
      </p:sp>
    </p:spTree>
    <p:extLst>
      <p:ext uri="{BB962C8B-B14F-4D97-AF65-F5344CB8AC3E}">
        <p14:creationId xmlns:p14="http://schemas.microsoft.com/office/powerpoint/2010/main" val="37584491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F6120-4A99-94A7-9D87-69FD6F456C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67B63A8-C13E-C735-CEE3-0F26AF4864F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8C4A891-9661-192B-7901-DDAEF8BF7ED1}"/>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1A040E0-DCE9-13D6-CCB6-37D58DC16EAF}"/>
              </a:ext>
            </a:extLst>
          </p:cNvPr>
          <p:cNvSpPr>
            <a:spLocks noGrp="1"/>
          </p:cNvSpPr>
          <p:nvPr>
            <p:ph type="sldNum" sz="quarter" idx="5"/>
          </p:nvPr>
        </p:nvSpPr>
        <p:spPr/>
        <p:txBody>
          <a:bodyPr/>
          <a:lstStyle/>
          <a:p>
            <a:fld id="{0D7DF58C-37ED-41BB-BCFC-28E4C3937350}" type="slidenum">
              <a:rPr lang="ja-JP" altLang="en-US" smtClean="0"/>
              <a:pPr/>
              <a:t>21</a:t>
            </a:fld>
            <a:endParaRPr lang="ja-JP" altLang="en-US"/>
          </a:p>
        </p:txBody>
      </p:sp>
    </p:spTree>
    <p:extLst>
      <p:ext uri="{BB962C8B-B14F-4D97-AF65-F5344CB8AC3E}">
        <p14:creationId xmlns:p14="http://schemas.microsoft.com/office/powerpoint/2010/main" val="36209869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208CB-74BB-D4FF-7272-3642CFC5DF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4A4EB68-AD6A-1912-3028-3A2549B5DDD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F654713-E009-4D16-304F-301039AF907D}"/>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5DE8563-0CEF-F3E9-9B57-34E4ED0FDE02}"/>
              </a:ext>
            </a:extLst>
          </p:cNvPr>
          <p:cNvSpPr>
            <a:spLocks noGrp="1"/>
          </p:cNvSpPr>
          <p:nvPr>
            <p:ph type="sldNum" sz="quarter" idx="5"/>
          </p:nvPr>
        </p:nvSpPr>
        <p:spPr/>
        <p:txBody>
          <a:bodyPr/>
          <a:lstStyle/>
          <a:p>
            <a:fld id="{0D7DF58C-37ED-41BB-BCFC-28E4C3937350}" type="slidenum">
              <a:rPr lang="ja-JP" altLang="en-US" smtClean="0"/>
              <a:pPr/>
              <a:t>22</a:t>
            </a:fld>
            <a:endParaRPr lang="ja-JP" altLang="en-US"/>
          </a:p>
        </p:txBody>
      </p:sp>
    </p:spTree>
    <p:extLst>
      <p:ext uri="{BB962C8B-B14F-4D97-AF65-F5344CB8AC3E}">
        <p14:creationId xmlns:p14="http://schemas.microsoft.com/office/powerpoint/2010/main" val="10578292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B9AFB-AFFE-3E86-827E-1DF8FBDD4A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1B2126-8192-58B2-EA06-1C09CC29B43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8B33366-97CD-27F0-8CFF-8DF10DB4B84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585A201-C27C-BF71-21AB-68B8D995DC21}"/>
              </a:ext>
            </a:extLst>
          </p:cNvPr>
          <p:cNvSpPr>
            <a:spLocks noGrp="1"/>
          </p:cNvSpPr>
          <p:nvPr>
            <p:ph type="sldNum" sz="quarter" idx="5"/>
          </p:nvPr>
        </p:nvSpPr>
        <p:spPr/>
        <p:txBody>
          <a:bodyPr/>
          <a:lstStyle/>
          <a:p>
            <a:fld id="{0D7DF58C-37ED-41BB-BCFC-28E4C3937350}" type="slidenum">
              <a:rPr lang="ja-JP" altLang="en-US" smtClean="0"/>
              <a:pPr/>
              <a:t>23</a:t>
            </a:fld>
            <a:endParaRPr lang="ja-JP" altLang="en-US"/>
          </a:p>
        </p:txBody>
      </p:sp>
    </p:spTree>
    <p:extLst>
      <p:ext uri="{BB962C8B-B14F-4D97-AF65-F5344CB8AC3E}">
        <p14:creationId xmlns:p14="http://schemas.microsoft.com/office/powerpoint/2010/main" val="74460717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タイトルスライド_クライアント向け">
    <p:bg>
      <p:bgPr>
        <a:solidFill>
          <a:schemeClr val="bg1"/>
        </a:solidFill>
        <a:effectLst/>
      </p:bgPr>
    </p:bg>
    <p:spTree>
      <p:nvGrpSpPr>
        <p:cNvPr id="1" name=""/>
        <p:cNvGrpSpPr/>
        <p:nvPr/>
      </p:nvGrpSpPr>
      <p:grpSpPr>
        <a:xfrm>
          <a:off x="0" y="0"/>
          <a:ext cx="0" cy="0"/>
          <a:chOff x="0" y="0"/>
          <a:chExt cx="0" cy="0"/>
        </a:xfrm>
      </p:grpSpPr>
      <p:pic>
        <p:nvPicPr>
          <p:cNvPr id="10" name="図 9" descr="背景パターン&#10;&#10;AI によって生成されたコンテンツは間違っている可能性があります。">
            <a:extLst>
              <a:ext uri="{FF2B5EF4-FFF2-40B4-BE49-F238E27FC236}">
                <a16:creationId xmlns:a16="http://schemas.microsoft.com/office/drawing/2014/main" id="{33ECFA5C-1923-CEBA-4430-0EA4AFC881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2701" y="4349282"/>
            <a:ext cx="11966497" cy="2489426"/>
          </a:xfrm>
          <a:prstGeom prst="rect">
            <a:avLst/>
          </a:prstGeom>
        </p:spPr>
      </p:pic>
      <p:sp>
        <p:nvSpPr>
          <p:cNvPr id="3" name="正方形/長方形 2">
            <a:extLst>
              <a:ext uri="{FF2B5EF4-FFF2-40B4-BE49-F238E27FC236}">
                <a16:creationId xmlns:a16="http://schemas.microsoft.com/office/drawing/2014/main" id="{A38F19EB-2FB1-E5F1-5B21-00131FD65F44}"/>
              </a:ext>
            </a:extLst>
          </p:cNvPr>
          <p:cNvSpPr/>
          <p:nvPr userDrawn="1"/>
        </p:nvSpPr>
        <p:spPr>
          <a:xfrm>
            <a:off x="-12700" y="-2381"/>
            <a:ext cx="90000" cy="6867525"/>
          </a:xfrm>
          <a:prstGeom prst="rect">
            <a:avLst/>
          </a:prstGeom>
          <a:gradFill>
            <a:gsLst>
              <a:gs pos="100000">
                <a:srgbClr val="003965"/>
              </a:gs>
              <a:gs pos="0">
                <a:srgbClr val="0086C5"/>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endParaRPr kumimoji="1" lang="ja-JP" altLang="en-US" sz="2000" b="1">
              <a:solidFill>
                <a:schemeClr val="bg1"/>
              </a:solidFill>
              <a:latin typeface="BIZ UDPゴシック" panose="020B0400000000000000" pitchFamily="50" charset="-128"/>
              <a:ea typeface="BIZ UDPゴシック" panose="020B0400000000000000" pitchFamily="50" charset="-128"/>
            </a:endParaRPr>
          </a:p>
        </p:txBody>
      </p:sp>
      <p:sp>
        <p:nvSpPr>
          <p:cNvPr id="4" name="タイトル 1">
            <a:extLst>
              <a:ext uri="{FF2B5EF4-FFF2-40B4-BE49-F238E27FC236}">
                <a16:creationId xmlns:a16="http://schemas.microsoft.com/office/drawing/2014/main" id="{0331EF53-10BD-161A-F6F6-613F45B2DD19}"/>
              </a:ext>
            </a:extLst>
          </p:cNvPr>
          <p:cNvSpPr>
            <a:spLocks noGrp="1"/>
          </p:cNvSpPr>
          <p:nvPr>
            <p:ph type="title" hasCustomPrompt="1"/>
          </p:nvPr>
        </p:nvSpPr>
        <p:spPr>
          <a:xfrm>
            <a:off x="1348781" y="2310477"/>
            <a:ext cx="9930939" cy="1325563"/>
          </a:xfrm>
          <a:prstGeom prst="rect">
            <a:avLst/>
          </a:prstGeom>
        </p:spPr>
        <p:txBody>
          <a:bodyPr anchor="t" anchorCtr="0"/>
          <a:lstStyle>
            <a:lvl1pPr>
              <a:lnSpc>
                <a:spcPct val="110000"/>
              </a:lnSpc>
              <a:defRPr sz="3600" b="1">
                <a:solidFill>
                  <a:srgbClr val="033865"/>
                </a:solidFill>
              </a:defRPr>
            </a:lvl1pPr>
          </a:lstStyle>
          <a:p>
            <a:r>
              <a:rPr kumimoji="1" lang="ja-JP" altLang="en-US"/>
              <a:t>マスター タイトルの書式設定マスター タイトルの書式設定マスター タイトルの書式設定</a:t>
            </a:r>
          </a:p>
        </p:txBody>
      </p:sp>
      <p:cxnSp>
        <p:nvCxnSpPr>
          <p:cNvPr id="6" name="直線コネクタ 5">
            <a:extLst>
              <a:ext uri="{FF2B5EF4-FFF2-40B4-BE49-F238E27FC236}">
                <a16:creationId xmlns:a16="http://schemas.microsoft.com/office/drawing/2014/main" id="{224670BE-8D82-D462-B5C3-615DAEA2C751}"/>
              </a:ext>
            </a:extLst>
          </p:cNvPr>
          <p:cNvCxnSpPr>
            <a:cxnSpLocks/>
          </p:cNvCxnSpPr>
          <p:nvPr userDrawn="1"/>
        </p:nvCxnSpPr>
        <p:spPr>
          <a:xfrm flipH="1">
            <a:off x="1348781" y="3618771"/>
            <a:ext cx="9844736"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テキスト プレースホルダー 13">
            <a:extLst>
              <a:ext uri="{FF2B5EF4-FFF2-40B4-BE49-F238E27FC236}">
                <a16:creationId xmlns:a16="http://schemas.microsoft.com/office/drawing/2014/main" id="{AA3AC431-F1C2-3E00-0895-5872CC8213AD}"/>
              </a:ext>
            </a:extLst>
          </p:cNvPr>
          <p:cNvSpPr>
            <a:spLocks noGrp="1"/>
          </p:cNvSpPr>
          <p:nvPr>
            <p:ph type="body" sz="quarter" idx="10" hasCustomPrompt="1"/>
          </p:nvPr>
        </p:nvSpPr>
        <p:spPr>
          <a:xfrm>
            <a:off x="1348781" y="1135954"/>
            <a:ext cx="8048625" cy="424324"/>
          </a:xfrm>
          <a:prstGeom prst="rect">
            <a:avLst/>
          </a:prstGeom>
        </p:spPr>
        <p:txBody>
          <a:bodyPr anchor="t" anchorCtr="0"/>
          <a:lstStyle>
            <a:lvl1pPr marL="0" indent="0">
              <a:buNone/>
              <a:defRPr sz="2400" b="1">
                <a:solidFill>
                  <a:srgbClr val="033865"/>
                </a:solidFill>
              </a:defRPr>
            </a:lvl1pPr>
            <a:lvl2pPr>
              <a:defRPr sz="2800">
                <a:solidFill>
                  <a:srgbClr val="002060"/>
                </a:solidFill>
              </a:defRPr>
            </a:lvl2pPr>
            <a:lvl3pPr>
              <a:defRPr sz="2400">
                <a:solidFill>
                  <a:srgbClr val="002060"/>
                </a:solidFill>
              </a:defRPr>
            </a:lvl3pPr>
            <a:lvl4pPr>
              <a:defRPr sz="2000">
                <a:solidFill>
                  <a:srgbClr val="002060"/>
                </a:solidFill>
              </a:defRPr>
            </a:lvl4pPr>
            <a:lvl5pPr>
              <a:defRPr sz="2000">
                <a:solidFill>
                  <a:srgbClr val="002060"/>
                </a:solidFill>
              </a:defRPr>
            </a:lvl5pPr>
          </a:lstStyle>
          <a:p>
            <a:pPr lvl="0"/>
            <a:r>
              <a:rPr kumimoji="1" lang="ja-JP" altLang="en-US"/>
              <a:t>〇〇株式会社　御中</a:t>
            </a:r>
          </a:p>
        </p:txBody>
      </p:sp>
      <p:sp>
        <p:nvSpPr>
          <p:cNvPr id="11" name="テキスト プレースホルダー 8">
            <a:extLst>
              <a:ext uri="{FF2B5EF4-FFF2-40B4-BE49-F238E27FC236}">
                <a16:creationId xmlns:a16="http://schemas.microsoft.com/office/drawing/2014/main" id="{AC5521AF-731B-FA78-947C-7288D69C15AB}"/>
              </a:ext>
            </a:extLst>
          </p:cNvPr>
          <p:cNvSpPr>
            <a:spLocks noGrp="1"/>
          </p:cNvSpPr>
          <p:nvPr>
            <p:ph type="body" sz="quarter" idx="12" hasCustomPrompt="1"/>
          </p:nvPr>
        </p:nvSpPr>
        <p:spPr>
          <a:xfrm>
            <a:off x="6369284" y="4144495"/>
            <a:ext cx="4833869" cy="409575"/>
          </a:xfrm>
          <a:prstGeom prst="rect">
            <a:avLst/>
          </a:prstGeom>
        </p:spPr>
        <p:txBody>
          <a:bodyPr/>
          <a:lstStyle>
            <a:lvl1pPr marL="0" indent="0" algn="r">
              <a:lnSpc>
                <a:spcPct val="120000"/>
              </a:lnSpc>
              <a:buNone/>
              <a:defRPr sz="1800" b="1">
                <a:solidFill>
                  <a:srgbClr val="003965"/>
                </a:solidFill>
              </a:defRPr>
            </a:lvl1pPr>
          </a:lstStyle>
          <a:p>
            <a:pPr lvl="0"/>
            <a:r>
              <a:rPr kumimoji="1" lang="en-US" altLang="ja-JP"/>
              <a:t>INTLOOP</a:t>
            </a:r>
            <a:r>
              <a:rPr kumimoji="1" lang="ja-JP" altLang="en-US"/>
              <a:t>株式会社</a:t>
            </a:r>
          </a:p>
        </p:txBody>
      </p:sp>
      <p:sp>
        <p:nvSpPr>
          <p:cNvPr id="12" name="テキスト プレースホルダー 8">
            <a:extLst>
              <a:ext uri="{FF2B5EF4-FFF2-40B4-BE49-F238E27FC236}">
                <a16:creationId xmlns:a16="http://schemas.microsoft.com/office/drawing/2014/main" id="{F61CC619-4700-00FC-AE2B-193B1C17D248}"/>
              </a:ext>
            </a:extLst>
          </p:cNvPr>
          <p:cNvSpPr>
            <a:spLocks noGrp="1"/>
          </p:cNvSpPr>
          <p:nvPr>
            <p:ph type="body" sz="quarter" idx="13" hasCustomPrompt="1"/>
          </p:nvPr>
        </p:nvSpPr>
        <p:spPr>
          <a:xfrm>
            <a:off x="3512178" y="4144495"/>
            <a:ext cx="2842507" cy="409575"/>
          </a:xfrm>
          <a:prstGeom prst="rect">
            <a:avLst/>
          </a:prstGeom>
        </p:spPr>
        <p:txBody>
          <a:bodyPr/>
          <a:lstStyle>
            <a:lvl1pPr marL="0" indent="0" algn="l">
              <a:lnSpc>
                <a:spcPct val="120000"/>
              </a:lnSpc>
              <a:buNone/>
              <a:defRPr sz="1800" b="1">
                <a:solidFill>
                  <a:srgbClr val="003965"/>
                </a:solidFill>
              </a:defRPr>
            </a:lvl1pPr>
          </a:lstStyle>
          <a:p>
            <a:pPr lvl="0"/>
            <a:r>
              <a:rPr kumimoji="1" lang="ja-JP" altLang="en-US"/>
              <a:t>日付を入力</a:t>
            </a:r>
          </a:p>
        </p:txBody>
      </p:sp>
      <p:pic>
        <p:nvPicPr>
          <p:cNvPr id="2" name="図 1" descr="ロゴ&#10;&#10;AI 生成コンテンツは誤りを含む可能性があります。">
            <a:extLst>
              <a:ext uri="{FF2B5EF4-FFF2-40B4-BE49-F238E27FC236}">
                <a16:creationId xmlns:a16="http://schemas.microsoft.com/office/drawing/2014/main" id="{C4AB4C32-D4E2-A27D-C828-F795F59E563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60548" y="3987088"/>
            <a:ext cx="1714452" cy="625379"/>
          </a:xfrm>
          <a:prstGeom prst="rect">
            <a:avLst/>
          </a:prstGeom>
        </p:spPr>
      </p:pic>
    </p:spTree>
    <p:extLst>
      <p:ext uri="{BB962C8B-B14F-4D97-AF65-F5344CB8AC3E}">
        <p14:creationId xmlns:p14="http://schemas.microsoft.com/office/powerpoint/2010/main" val="2045696026"/>
      </p:ext>
    </p:extLst>
  </p:cSld>
  <p:clrMapOvr>
    <a:masterClrMapping/>
  </p:clrMapOvr>
  <p:extLst>
    <p:ext uri="{DCECCB84-F9BA-43D5-87BE-67443E8EF086}">
      <p15:sldGuideLst xmlns:p15="http://schemas.microsoft.com/office/powerpoint/2012/main">
        <p15:guide id="1" orient="horz" pos="2160">
          <p15:clr>
            <a:srgbClr val="FBAE40"/>
          </p15:clr>
        </p15:guide>
        <p15:guide id="2" pos="3863">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次スライド">
    <p:bg>
      <p:bgPr>
        <a:solidFill>
          <a:schemeClr val="bg1"/>
        </a:solidFill>
        <a:effectLst/>
      </p:bgPr>
    </p:bg>
    <p:spTree>
      <p:nvGrpSpPr>
        <p:cNvPr id="1" name=""/>
        <p:cNvGrpSpPr/>
        <p:nvPr/>
      </p:nvGrpSpPr>
      <p:grpSpPr>
        <a:xfrm>
          <a:off x="0" y="0"/>
          <a:ext cx="0" cy="0"/>
          <a:chOff x="0" y="0"/>
          <a:chExt cx="0" cy="0"/>
        </a:xfrm>
      </p:grpSpPr>
      <p:sp>
        <p:nvSpPr>
          <p:cNvPr id="14" name="スライド番号プレースホルダー 5">
            <a:extLst>
              <a:ext uri="{FF2B5EF4-FFF2-40B4-BE49-F238E27FC236}">
                <a16:creationId xmlns:a16="http://schemas.microsoft.com/office/drawing/2014/main" id="{5DAB0BE6-9856-C66C-ED06-E4CEC931C6A3}"/>
              </a:ext>
            </a:extLst>
          </p:cNvPr>
          <p:cNvSpPr txBox="1">
            <a:spLocks/>
          </p:cNvSpPr>
          <p:nvPr userDrawn="1"/>
        </p:nvSpPr>
        <p:spPr>
          <a:xfrm>
            <a:off x="11788041" y="6510540"/>
            <a:ext cx="403959" cy="365125"/>
          </a:xfrm>
          <a:prstGeom prst="rect">
            <a:avLst/>
          </a:prstGeom>
        </p:spPr>
        <p:txBody>
          <a:bodyPr vert="horz" wrap="square" lIns="91440" tIns="45720" rIns="91440" bIns="45720" rtlCol="0" anchor="ctr" anchorCtr="1">
            <a:noAutofit/>
          </a:bodyPr>
          <a:lstStyle>
            <a:defPPr>
              <a:defRPr lang="ja-JP"/>
            </a:defPPr>
            <a:lvl1pPr marL="0" algn="r" defTabSz="914400" rtl="0" eaLnBrk="1" latinLnBrk="0" hangingPunct="1">
              <a:defRPr kumimoji="1" sz="1200" kern="1200">
                <a:solidFill>
                  <a:schemeClr val="tx1">
                    <a:tint val="82000"/>
                  </a:schemeClr>
                </a:solidFill>
                <a:latin typeface="Helvetica" panose="020B0604020202020204" pitchFamily="34" charset="0"/>
                <a:ea typeface="BIZ UDPゴシック" panose="020B0400000000000000"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DD5ACCE-99FC-439C-B6F0-DA1395226501}" type="slidenum">
              <a:rPr lang="ja-JP" altLang="en-US" smtClean="0">
                <a:solidFill>
                  <a:srgbClr val="033865"/>
                </a:solidFill>
              </a:rPr>
              <a:pPr/>
              <a:t>‹#›</a:t>
            </a:fld>
            <a:endParaRPr lang="ja-JP" altLang="en-US">
              <a:solidFill>
                <a:srgbClr val="033865"/>
              </a:solidFill>
            </a:endParaRPr>
          </a:p>
        </p:txBody>
      </p:sp>
      <p:sp>
        <p:nvSpPr>
          <p:cNvPr id="9" name="テキスト プレースホルダー 8">
            <a:extLst>
              <a:ext uri="{FF2B5EF4-FFF2-40B4-BE49-F238E27FC236}">
                <a16:creationId xmlns:a16="http://schemas.microsoft.com/office/drawing/2014/main" id="{3E42E6FF-4C62-8F1D-1E25-329745DD3E52}"/>
              </a:ext>
            </a:extLst>
          </p:cNvPr>
          <p:cNvSpPr>
            <a:spLocks noGrp="1"/>
          </p:cNvSpPr>
          <p:nvPr>
            <p:ph type="body" sz="quarter" idx="13"/>
          </p:nvPr>
        </p:nvSpPr>
        <p:spPr>
          <a:xfrm>
            <a:off x="1650518" y="2349168"/>
            <a:ext cx="6973586" cy="2590580"/>
          </a:xfrm>
          <a:prstGeom prst="rect">
            <a:avLst/>
          </a:prstGeom>
        </p:spPr>
        <p:txBody>
          <a:bodyPr>
            <a:normAutofit/>
          </a:bodyPr>
          <a:lstStyle>
            <a:lvl1pPr marL="514350" indent="-514350">
              <a:buFont typeface="+mj-lt"/>
              <a:buAutoNum type="arabicPeriod"/>
              <a:defRPr sz="3200" b="1">
                <a:solidFill>
                  <a:srgbClr val="003965"/>
                </a:solidFill>
                <a:latin typeface="+mj-ea"/>
                <a:ea typeface="+mj-ea"/>
              </a:defRPr>
            </a:lvl1pPr>
            <a:lvl2pPr marL="914400" indent="-457200">
              <a:buFont typeface="+mj-lt"/>
              <a:buAutoNum type="arabicPeriod"/>
              <a:defRPr sz="2800" b="1">
                <a:solidFill>
                  <a:srgbClr val="003965"/>
                </a:solidFill>
                <a:latin typeface="+mj-ea"/>
                <a:ea typeface="+mj-ea"/>
              </a:defRPr>
            </a:lvl2pPr>
            <a:lvl3pPr marL="1371600" indent="-457200">
              <a:buFont typeface="+mj-lt"/>
              <a:buAutoNum type="arabicPeriod"/>
              <a:defRPr sz="2400" b="1">
                <a:solidFill>
                  <a:srgbClr val="003965"/>
                </a:solidFill>
                <a:latin typeface="+mj-ea"/>
                <a:ea typeface="+mj-ea"/>
              </a:defRPr>
            </a:lvl3pPr>
            <a:lvl4pPr marL="1714500" indent="-342900">
              <a:buFont typeface="+mj-lt"/>
              <a:buAutoNum type="arabicPeriod"/>
              <a:defRPr sz="2000" b="1">
                <a:solidFill>
                  <a:srgbClr val="003965"/>
                </a:solidFill>
                <a:latin typeface="+mj-ea"/>
                <a:ea typeface="+mj-ea"/>
              </a:defRPr>
            </a:lvl4pPr>
            <a:lvl5pPr marL="2171700" indent="-342900">
              <a:buFont typeface="+mj-lt"/>
              <a:buAutoNum type="arabicPeriod"/>
              <a:defRPr sz="2000" b="1">
                <a:solidFill>
                  <a:srgbClr val="003965"/>
                </a:solidFill>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1" name="テキスト プレースホルダー 10">
            <a:extLst>
              <a:ext uri="{FF2B5EF4-FFF2-40B4-BE49-F238E27FC236}">
                <a16:creationId xmlns:a16="http://schemas.microsoft.com/office/drawing/2014/main" id="{A35D0712-7351-1600-D00B-5B9CCBC86CA8}"/>
              </a:ext>
            </a:extLst>
          </p:cNvPr>
          <p:cNvSpPr>
            <a:spLocks noGrp="1"/>
          </p:cNvSpPr>
          <p:nvPr>
            <p:ph type="body" sz="quarter" idx="14" hasCustomPrompt="1"/>
          </p:nvPr>
        </p:nvSpPr>
        <p:spPr>
          <a:xfrm>
            <a:off x="1651000" y="1719539"/>
            <a:ext cx="1371362" cy="423759"/>
          </a:xfrm>
          <a:prstGeom prst="rect">
            <a:avLst/>
          </a:prstGeom>
          <a:solidFill>
            <a:srgbClr val="003965"/>
          </a:solidFill>
        </p:spPr>
        <p:txBody>
          <a:bodyPr anchor="ctr" anchorCtr="0"/>
          <a:lstStyle>
            <a:lvl1pPr marL="0" indent="0" algn="ctr">
              <a:buNone/>
              <a:defRPr sz="2000" b="1">
                <a:solidFill>
                  <a:schemeClr val="bg1"/>
                </a:solidFill>
              </a:defRPr>
            </a:lvl1pPr>
          </a:lstStyle>
          <a:p>
            <a:pPr lvl="0"/>
            <a:r>
              <a:rPr kumimoji="1" lang="ja-JP" altLang="en-US"/>
              <a:t>目次</a:t>
            </a:r>
          </a:p>
        </p:txBody>
      </p:sp>
      <p:sp>
        <p:nvSpPr>
          <p:cNvPr id="4" name="正方形/長方形 3">
            <a:extLst>
              <a:ext uri="{FF2B5EF4-FFF2-40B4-BE49-F238E27FC236}">
                <a16:creationId xmlns:a16="http://schemas.microsoft.com/office/drawing/2014/main" id="{49F0BEB5-49E4-1758-E2BB-CF68F47B20FF}"/>
              </a:ext>
            </a:extLst>
          </p:cNvPr>
          <p:cNvSpPr/>
          <p:nvPr userDrawn="1"/>
        </p:nvSpPr>
        <p:spPr>
          <a:xfrm>
            <a:off x="-12053" y="-3176"/>
            <a:ext cx="90000" cy="6868800"/>
          </a:xfrm>
          <a:prstGeom prst="rect">
            <a:avLst/>
          </a:prstGeom>
          <a:gradFill>
            <a:gsLst>
              <a:gs pos="100000">
                <a:srgbClr val="003965"/>
              </a:gs>
              <a:gs pos="0">
                <a:srgbClr val="0086C5"/>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endParaRPr kumimoji="1" lang="ja-JP" altLang="en-US" sz="2000" b="1">
              <a:solidFill>
                <a:schemeClr val="bg1"/>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689808202"/>
      </p:ext>
    </p:extLst>
  </p:cSld>
  <p:clrMapOvr>
    <a:masterClrMapping/>
  </p:clrMapOvr>
  <p:extLst>
    <p:ext uri="{DCECCB84-F9BA-43D5-87BE-67443E8EF086}">
      <p15:sldGuideLst xmlns:p15="http://schemas.microsoft.com/office/powerpoint/2012/main">
        <p15:guide id="2" orient="horz" pos="2387">
          <p15:clr>
            <a:srgbClr val="FBAE40"/>
          </p15:clr>
        </p15:guide>
        <p15:guide id="3" orient="horz" pos="3974">
          <p15:clr>
            <a:srgbClr val="FBAE40"/>
          </p15:clr>
        </p15:guide>
        <p15:guide id="4" orient="horz" pos="799">
          <p15:clr>
            <a:srgbClr val="FBAE40"/>
          </p15:clr>
        </p15:guide>
        <p15:guide id="5" pos="4861">
          <p15:clr>
            <a:srgbClr val="FBAE40"/>
          </p15:clr>
        </p15:guide>
        <p15:guide id="6" pos="4997">
          <p15:clr>
            <a:srgbClr val="FBAE40"/>
          </p15:clr>
        </p15:guide>
        <p15:guide id="7" pos="7310">
          <p15:clr>
            <a:srgbClr val="FBAE40"/>
          </p15:clr>
        </p15:guide>
        <p15:guide id="8" pos="370">
          <p15:clr>
            <a:srgbClr val="FBAE40"/>
          </p15:clr>
        </p15:guide>
        <p15:guide id="9" pos="261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サブタイトルページ">
    <p:bg>
      <p:bgPr>
        <a:gradFill>
          <a:gsLst>
            <a:gs pos="99000">
              <a:schemeClr val="accent5">
                <a:lumMod val="20000"/>
                <a:lumOff val="80000"/>
              </a:schemeClr>
            </a:gs>
            <a:gs pos="16000">
              <a:srgbClr val="F2F7FC"/>
            </a:gs>
          </a:gsLst>
          <a:lin ang="9600000" scaled="0"/>
        </a:gradFill>
        <a:effectLst/>
      </p:bgPr>
    </p:bg>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38AA45A2-A1EF-E321-0006-76A8DD80E2CF}"/>
              </a:ext>
            </a:extLst>
          </p:cNvPr>
          <p:cNvSpPr/>
          <p:nvPr userDrawn="1"/>
        </p:nvSpPr>
        <p:spPr>
          <a:xfrm>
            <a:off x="-6350" y="-3601"/>
            <a:ext cx="91341" cy="6868800"/>
          </a:xfrm>
          <a:prstGeom prst="rect">
            <a:avLst/>
          </a:prstGeom>
          <a:gradFill>
            <a:gsLst>
              <a:gs pos="100000">
                <a:srgbClr val="003965"/>
              </a:gs>
              <a:gs pos="0">
                <a:srgbClr val="0086C5"/>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endParaRPr kumimoji="1" lang="ja-JP" altLang="en-US" sz="2000" b="1">
              <a:solidFill>
                <a:schemeClr val="bg1"/>
              </a:solidFill>
              <a:latin typeface="BIZ UDPゴシック" panose="020B0400000000000000" pitchFamily="50" charset="-128"/>
              <a:ea typeface="BIZ UDPゴシック" panose="020B0400000000000000" pitchFamily="50" charset="-128"/>
            </a:endParaRPr>
          </a:p>
        </p:txBody>
      </p:sp>
      <p:sp>
        <p:nvSpPr>
          <p:cNvPr id="6" name="スライド番号プレースホルダー 5">
            <a:extLst>
              <a:ext uri="{FF2B5EF4-FFF2-40B4-BE49-F238E27FC236}">
                <a16:creationId xmlns:a16="http://schemas.microsoft.com/office/drawing/2014/main" id="{FC6E356D-9C33-9891-AAD9-43FFECF079BB}"/>
              </a:ext>
            </a:extLst>
          </p:cNvPr>
          <p:cNvSpPr txBox="1">
            <a:spLocks/>
          </p:cNvSpPr>
          <p:nvPr userDrawn="1"/>
        </p:nvSpPr>
        <p:spPr>
          <a:xfrm>
            <a:off x="11788041" y="6510540"/>
            <a:ext cx="403959" cy="365125"/>
          </a:xfrm>
          <a:prstGeom prst="rect">
            <a:avLst/>
          </a:prstGeom>
        </p:spPr>
        <p:txBody>
          <a:bodyPr vert="horz" wrap="square" lIns="91440" tIns="45720" rIns="91440" bIns="45720" rtlCol="0" anchor="ctr" anchorCtr="1">
            <a:noAutofit/>
          </a:bodyPr>
          <a:lstStyle>
            <a:defPPr>
              <a:defRPr lang="ja-JP"/>
            </a:defPPr>
            <a:lvl1pPr marL="0" algn="r" defTabSz="914400" rtl="0" eaLnBrk="1" latinLnBrk="0" hangingPunct="1">
              <a:defRPr kumimoji="1" sz="1200" kern="1200">
                <a:solidFill>
                  <a:schemeClr val="tx1">
                    <a:tint val="82000"/>
                  </a:schemeClr>
                </a:solidFill>
                <a:latin typeface="Helvetica" panose="020B0604020202020204" pitchFamily="34" charset="0"/>
                <a:ea typeface="BIZ UDPゴシック" panose="020B0400000000000000"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DD5ACCE-99FC-439C-B6F0-DA1395226501}" type="slidenum">
              <a:rPr lang="ja-JP" altLang="en-US" smtClean="0">
                <a:solidFill>
                  <a:srgbClr val="033865"/>
                </a:solidFill>
              </a:rPr>
              <a:pPr/>
              <a:t>‹#›</a:t>
            </a:fld>
            <a:endParaRPr lang="ja-JP" altLang="en-US">
              <a:solidFill>
                <a:srgbClr val="033865"/>
              </a:solidFill>
            </a:endParaRPr>
          </a:p>
        </p:txBody>
      </p:sp>
      <p:sp>
        <p:nvSpPr>
          <p:cNvPr id="4" name="テキスト プレースホルダー 3">
            <a:extLst>
              <a:ext uri="{FF2B5EF4-FFF2-40B4-BE49-F238E27FC236}">
                <a16:creationId xmlns:a16="http://schemas.microsoft.com/office/drawing/2014/main" id="{28BDA5B4-1084-AD98-ACE2-D3140B6C2C10}"/>
              </a:ext>
            </a:extLst>
          </p:cNvPr>
          <p:cNvSpPr>
            <a:spLocks noGrp="1"/>
          </p:cNvSpPr>
          <p:nvPr>
            <p:ph type="body" sz="quarter" idx="10"/>
          </p:nvPr>
        </p:nvSpPr>
        <p:spPr>
          <a:xfrm>
            <a:off x="1150754" y="3021545"/>
            <a:ext cx="10555288" cy="590931"/>
          </a:xfrm>
          <a:prstGeom prst="rect">
            <a:avLst/>
          </a:prstGeom>
        </p:spPr>
        <p:txBody>
          <a:bodyPr anchor="t" anchorCtr="0">
            <a:spAutoFit/>
          </a:bodyPr>
          <a:lstStyle>
            <a:lvl1pPr marL="0" indent="0">
              <a:buFont typeface="+mj-lt"/>
              <a:buNone/>
              <a:defRPr sz="3600" b="1">
                <a:solidFill>
                  <a:srgbClr val="033865"/>
                </a:solidFill>
              </a:defRPr>
            </a:lvl1pPr>
            <a:lvl2pPr marL="457200" indent="0">
              <a:buFont typeface="+mj-lt"/>
              <a:buNone/>
              <a:defRPr sz="3200" b="1">
                <a:solidFill>
                  <a:srgbClr val="033865"/>
                </a:solidFill>
              </a:defRPr>
            </a:lvl2pPr>
            <a:lvl3pPr marL="914400" indent="0">
              <a:buFont typeface="+mj-lt"/>
              <a:buNone/>
              <a:defRPr sz="2800" b="1">
                <a:solidFill>
                  <a:srgbClr val="033865"/>
                </a:solidFill>
              </a:defRPr>
            </a:lvl3pPr>
            <a:lvl4pPr marL="1371600" indent="0">
              <a:buFont typeface="+mj-lt"/>
              <a:buNone/>
              <a:defRPr sz="2400" b="1">
                <a:solidFill>
                  <a:srgbClr val="033865"/>
                </a:solidFill>
              </a:defRPr>
            </a:lvl4pPr>
            <a:lvl5pPr marL="1828800" indent="0">
              <a:buFont typeface="+mj-lt"/>
              <a:buNone/>
              <a:defRPr sz="2400" b="1">
                <a:solidFill>
                  <a:srgbClr val="033865"/>
                </a:solidFill>
              </a:defRPr>
            </a:lvl5pPr>
          </a:lstStyle>
          <a:p>
            <a:pPr lvl="0"/>
            <a:r>
              <a:rPr kumimoji="1" lang="ja-JP" altLang="en-US"/>
              <a:t>マスター テキストの書式設定</a:t>
            </a:r>
          </a:p>
        </p:txBody>
      </p:sp>
    </p:spTree>
    <p:extLst>
      <p:ext uri="{BB962C8B-B14F-4D97-AF65-F5344CB8AC3E}">
        <p14:creationId xmlns:p14="http://schemas.microsoft.com/office/powerpoint/2010/main" val="3045957815"/>
      </p:ext>
    </p:extLst>
  </p:cSld>
  <p:clrMapOvr>
    <a:masterClrMapping/>
  </p:clrMapOvr>
  <p:extLst>
    <p:ext uri="{DCECCB84-F9BA-43D5-87BE-67443E8EF086}">
      <p15:sldGuideLst xmlns:p15="http://schemas.microsoft.com/office/powerpoint/2012/main">
        <p15:guide id="2" orient="horz" pos="2387">
          <p15:clr>
            <a:srgbClr val="FBAE40"/>
          </p15:clr>
        </p15:guide>
        <p15:guide id="3" orient="horz" pos="3974">
          <p15:clr>
            <a:srgbClr val="FBAE40"/>
          </p15:clr>
        </p15:guide>
        <p15:guide id="4" orient="horz" pos="799">
          <p15:clr>
            <a:srgbClr val="FBAE40"/>
          </p15:clr>
        </p15:guide>
        <p15:guide id="5" pos="4861">
          <p15:clr>
            <a:srgbClr val="FBAE40"/>
          </p15:clr>
        </p15:guide>
        <p15:guide id="6" pos="4997">
          <p15:clr>
            <a:srgbClr val="FBAE40"/>
          </p15:clr>
        </p15:guide>
        <p15:guide id="7" pos="7310">
          <p15:clr>
            <a:srgbClr val="FBAE40"/>
          </p15:clr>
        </p15:guide>
        <p15:guide id="8" pos="370">
          <p15:clr>
            <a:srgbClr val="FBAE40"/>
          </p15:clr>
        </p15:guide>
        <p15:guide id="9" pos="2615">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基本スライド">
    <p:spTree>
      <p:nvGrpSpPr>
        <p:cNvPr id="1" name=""/>
        <p:cNvGrpSpPr/>
        <p:nvPr/>
      </p:nvGrpSpPr>
      <p:grpSpPr>
        <a:xfrm>
          <a:off x="0" y="0"/>
          <a:ext cx="0" cy="0"/>
          <a:chOff x="0" y="0"/>
          <a:chExt cx="0" cy="0"/>
        </a:xfrm>
      </p:grpSpPr>
      <p:sp>
        <p:nvSpPr>
          <p:cNvPr id="3" name="タイトル 3">
            <a:extLst>
              <a:ext uri="{FF2B5EF4-FFF2-40B4-BE49-F238E27FC236}">
                <a16:creationId xmlns:a16="http://schemas.microsoft.com/office/drawing/2014/main" id="{37692E47-0CC4-85D5-F7DC-8B9E3C92182F}"/>
              </a:ext>
            </a:extLst>
          </p:cNvPr>
          <p:cNvSpPr>
            <a:spLocks noGrp="1"/>
          </p:cNvSpPr>
          <p:nvPr>
            <p:ph type="title"/>
          </p:nvPr>
        </p:nvSpPr>
        <p:spPr>
          <a:xfrm>
            <a:off x="338282" y="195409"/>
            <a:ext cx="10222213" cy="4801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noAutofit/>
          </a:bodyPr>
          <a:lstStyle>
            <a:lvl1pPr>
              <a:defRPr lang="ja-JP" altLang="en-US" sz="2800" b="1" baseline="0">
                <a:solidFill>
                  <a:srgbClr val="033865"/>
                </a:solidFill>
                <a:latin typeface="Helvetica" panose="020B0604020202020204" pitchFamily="34" charset="0"/>
                <a:ea typeface="BIZ UDPゴシック" panose="020B0400000000000000" pitchFamily="50" charset="-128"/>
              </a:defRPr>
            </a:lvl1pPr>
          </a:lstStyle>
          <a:p>
            <a:pPr lvl="0"/>
            <a:r>
              <a:rPr kumimoji="1" lang="ja-JP" altLang="en-US" noProof="0"/>
              <a:t>マスター タイトルの書式設定</a:t>
            </a:r>
          </a:p>
        </p:txBody>
      </p:sp>
      <p:sp>
        <p:nvSpPr>
          <p:cNvPr id="2" name="正方形/長方形 1">
            <a:extLst>
              <a:ext uri="{FF2B5EF4-FFF2-40B4-BE49-F238E27FC236}">
                <a16:creationId xmlns:a16="http://schemas.microsoft.com/office/drawing/2014/main" id="{9C4BB6D7-2266-F9DE-0459-07E0BA69D3B0}"/>
              </a:ext>
            </a:extLst>
          </p:cNvPr>
          <p:cNvSpPr/>
          <p:nvPr userDrawn="1"/>
        </p:nvSpPr>
        <p:spPr>
          <a:xfrm>
            <a:off x="-1" y="761839"/>
            <a:ext cx="12193200" cy="10800"/>
          </a:xfrm>
          <a:prstGeom prst="rect">
            <a:avLst/>
          </a:prstGeom>
          <a:gradFill>
            <a:gsLst>
              <a:gs pos="100000">
                <a:srgbClr val="003965"/>
              </a:gs>
              <a:gs pos="0">
                <a:srgbClr val="0086C5"/>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endParaRPr kumimoji="1" lang="ja-JP" altLang="en-US" sz="2000" b="1">
              <a:solidFill>
                <a:schemeClr val="bg1"/>
              </a:solidFill>
              <a:latin typeface="BIZ UDPゴシック" panose="020B0400000000000000" pitchFamily="50" charset="-128"/>
              <a:ea typeface="BIZ UDPゴシック" panose="020B0400000000000000" pitchFamily="50" charset="-128"/>
            </a:endParaRPr>
          </a:p>
        </p:txBody>
      </p:sp>
      <p:sp>
        <p:nvSpPr>
          <p:cNvPr id="8" name="スライド番号プレースホルダー 5">
            <a:extLst>
              <a:ext uri="{FF2B5EF4-FFF2-40B4-BE49-F238E27FC236}">
                <a16:creationId xmlns:a16="http://schemas.microsoft.com/office/drawing/2014/main" id="{78953F02-845C-3EBD-7885-3095A5548E7E}"/>
              </a:ext>
            </a:extLst>
          </p:cNvPr>
          <p:cNvSpPr txBox="1">
            <a:spLocks/>
          </p:cNvSpPr>
          <p:nvPr userDrawn="1"/>
        </p:nvSpPr>
        <p:spPr>
          <a:xfrm>
            <a:off x="11788041" y="6510540"/>
            <a:ext cx="403959" cy="365125"/>
          </a:xfrm>
          <a:prstGeom prst="rect">
            <a:avLst/>
          </a:prstGeom>
        </p:spPr>
        <p:txBody>
          <a:bodyPr vert="horz" wrap="square" lIns="91440" tIns="45720" rIns="91440" bIns="45720" rtlCol="0" anchor="ctr" anchorCtr="1">
            <a:noAutofit/>
          </a:bodyPr>
          <a:lstStyle>
            <a:defPPr>
              <a:defRPr lang="ja-JP"/>
            </a:defPPr>
            <a:lvl1pPr marL="0" algn="r" defTabSz="914400" rtl="0" eaLnBrk="1" latinLnBrk="0" hangingPunct="1">
              <a:defRPr kumimoji="1" sz="1200" kern="1200">
                <a:solidFill>
                  <a:schemeClr val="tx1">
                    <a:tint val="82000"/>
                  </a:schemeClr>
                </a:solidFill>
                <a:latin typeface="Helvetica" panose="020B0604020202020204" pitchFamily="34" charset="0"/>
                <a:ea typeface="BIZ UDPゴシック" panose="020B0400000000000000"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DD5ACCE-99FC-439C-B6F0-DA1395226501}" type="slidenum">
              <a:rPr lang="ja-JP" altLang="en-US" smtClean="0">
                <a:solidFill>
                  <a:srgbClr val="033865"/>
                </a:solidFill>
              </a:rPr>
              <a:pPr/>
              <a:t>‹#›</a:t>
            </a:fld>
            <a:endParaRPr lang="ja-JP" altLang="en-US">
              <a:solidFill>
                <a:srgbClr val="033865"/>
              </a:solidFill>
            </a:endParaRPr>
          </a:p>
        </p:txBody>
      </p:sp>
      <p:sp>
        <p:nvSpPr>
          <p:cNvPr id="10" name="テキスト プレースホルダー 8">
            <a:extLst>
              <a:ext uri="{FF2B5EF4-FFF2-40B4-BE49-F238E27FC236}">
                <a16:creationId xmlns:a16="http://schemas.microsoft.com/office/drawing/2014/main" id="{10037309-8166-31B5-5D26-45D51E3D7EE6}"/>
              </a:ext>
            </a:extLst>
          </p:cNvPr>
          <p:cNvSpPr>
            <a:spLocks noGrp="1"/>
          </p:cNvSpPr>
          <p:nvPr>
            <p:ph type="body" sz="quarter" idx="11"/>
          </p:nvPr>
        </p:nvSpPr>
        <p:spPr>
          <a:xfrm>
            <a:off x="338282" y="858937"/>
            <a:ext cx="11529404" cy="504000"/>
          </a:xfrm>
          <a:prstGeom prst="rect">
            <a:avLst/>
          </a:prstGeom>
        </p:spPr>
        <p:txBody>
          <a:bodyPr anchor="t" anchorCtr="0"/>
          <a:lstStyle>
            <a:lvl1pPr marL="228600" indent="-228600">
              <a:lnSpc>
                <a:spcPct val="120000"/>
              </a:lnSpc>
              <a:spcBef>
                <a:spcPts val="0"/>
              </a:spcBef>
              <a:buFont typeface="Wingdings" panose="05000000000000000000" pitchFamily="2" charset="2"/>
              <a:buChar char="n"/>
              <a:defRPr sz="2400" b="1">
                <a:solidFill>
                  <a:srgbClr val="033865"/>
                </a:solidFill>
              </a:defRPr>
            </a:lvl1pPr>
          </a:lstStyle>
          <a:p>
            <a:pPr lvl="0"/>
            <a:r>
              <a:rPr kumimoji="1" lang="ja-JP" altLang="en-US"/>
              <a:t>マスター テキストの書式設定</a:t>
            </a:r>
          </a:p>
        </p:txBody>
      </p:sp>
      <p:sp>
        <p:nvSpPr>
          <p:cNvPr id="14" name="テキスト プレースホルダー 11">
            <a:extLst>
              <a:ext uri="{FF2B5EF4-FFF2-40B4-BE49-F238E27FC236}">
                <a16:creationId xmlns:a16="http://schemas.microsoft.com/office/drawing/2014/main" id="{17A1EBC8-CBD4-A967-2700-2CFD3EE54356}"/>
              </a:ext>
            </a:extLst>
          </p:cNvPr>
          <p:cNvSpPr>
            <a:spLocks noGrp="1"/>
          </p:cNvSpPr>
          <p:nvPr>
            <p:ph type="body" sz="quarter" idx="12"/>
          </p:nvPr>
        </p:nvSpPr>
        <p:spPr>
          <a:xfrm>
            <a:off x="338280" y="1475737"/>
            <a:ext cx="11529404" cy="848364"/>
          </a:xfrm>
          <a:prstGeom prst="rect">
            <a:avLst/>
          </a:prstGeom>
        </p:spPr>
        <p:txBody>
          <a:bodyPr anchor="t" anchorCtr="0"/>
          <a:lstStyle>
            <a:lvl1pPr marL="0" indent="0">
              <a:lnSpc>
                <a:spcPct val="110000"/>
              </a:lnSpc>
              <a:buNone/>
              <a:defRPr sz="1800" b="1">
                <a:solidFill>
                  <a:srgbClr val="033865"/>
                </a:solidFill>
              </a:defRPr>
            </a:lvl1pPr>
          </a:lstStyle>
          <a:p>
            <a:pPr lvl="0"/>
            <a:endParaRPr kumimoji="1" lang="ja-JP" altLang="en-US"/>
          </a:p>
        </p:txBody>
      </p:sp>
    </p:spTree>
    <p:extLst>
      <p:ext uri="{BB962C8B-B14F-4D97-AF65-F5344CB8AC3E}">
        <p14:creationId xmlns:p14="http://schemas.microsoft.com/office/powerpoint/2010/main" val="4007864920"/>
      </p:ext>
    </p:extLst>
  </p:cSld>
  <p:clrMapOvr>
    <a:masterClrMapping/>
  </p:clrMapOvr>
  <p:extLst>
    <p:ext uri="{DCECCB84-F9BA-43D5-87BE-67443E8EF086}">
      <p15:sldGuideLst xmlns:p15="http://schemas.microsoft.com/office/powerpoint/2012/main">
        <p15:guide id="2" orient="horz" pos="2387">
          <p15:clr>
            <a:srgbClr val="FBAE40"/>
          </p15:clr>
        </p15:guide>
        <p15:guide id="3" orient="horz" pos="3974">
          <p15:clr>
            <a:srgbClr val="FBAE40"/>
          </p15:clr>
        </p15:guide>
        <p15:guide id="4" orient="horz" pos="799">
          <p15:clr>
            <a:srgbClr val="FBAE40"/>
          </p15:clr>
        </p15:guide>
        <p15:guide id="5" pos="4861">
          <p15:clr>
            <a:srgbClr val="FBAE40"/>
          </p15:clr>
        </p15:guide>
        <p15:guide id="6" pos="4997">
          <p15:clr>
            <a:srgbClr val="FBAE40"/>
          </p15:clr>
        </p15:guide>
        <p15:guide id="7" pos="7310">
          <p15:clr>
            <a:srgbClr val="FBAE40"/>
          </p15:clr>
        </p15:guide>
        <p15:guide id="8" pos="370">
          <p15:clr>
            <a:srgbClr val="FBAE40"/>
          </p15:clr>
        </p15:guide>
        <p15:guide id="9" pos="261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基本：タイトルのみ">
    <p:spTree>
      <p:nvGrpSpPr>
        <p:cNvPr id="1" name=""/>
        <p:cNvGrpSpPr/>
        <p:nvPr/>
      </p:nvGrpSpPr>
      <p:grpSpPr>
        <a:xfrm>
          <a:off x="0" y="0"/>
          <a:ext cx="0" cy="0"/>
          <a:chOff x="0" y="0"/>
          <a:chExt cx="0" cy="0"/>
        </a:xfrm>
      </p:grpSpPr>
      <p:sp>
        <p:nvSpPr>
          <p:cNvPr id="3" name="タイトル 3">
            <a:extLst>
              <a:ext uri="{FF2B5EF4-FFF2-40B4-BE49-F238E27FC236}">
                <a16:creationId xmlns:a16="http://schemas.microsoft.com/office/drawing/2014/main" id="{37692E47-0CC4-85D5-F7DC-8B9E3C92182F}"/>
              </a:ext>
            </a:extLst>
          </p:cNvPr>
          <p:cNvSpPr>
            <a:spLocks noGrp="1"/>
          </p:cNvSpPr>
          <p:nvPr>
            <p:ph type="title"/>
          </p:nvPr>
        </p:nvSpPr>
        <p:spPr>
          <a:xfrm>
            <a:off x="338282" y="195409"/>
            <a:ext cx="10222213" cy="4801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noAutofit/>
          </a:bodyPr>
          <a:lstStyle>
            <a:lvl1pPr>
              <a:defRPr lang="ja-JP" altLang="en-US" sz="2800" b="1" baseline="0">
                <a:solidFill>
                  <a:srgbClr val="033865"/>
                </a:solidFill>
                <a:latin typeface="Helvetica" panose="020B0604020202020204" pitchFamily="34" charset="0"/>
                <a:ea typeface="BIZ UDPゴシック" panose="020B0400000000000000" pitchFamily="50" charset="-128"/>
              </a:defRPr>
            </a:lvl1pPr>
          </a:lstStyle>
          <a:p>
            <a:pPr lvl="0"/>
            <a:r>
              <a:rPr kumimoji="1" lang="ja-JP" altLang="en-US" noProof="0"/>
              <a:t>マスター タイトルの書式設定</a:t>
            </a:r>
          </a:p>
        </p:txBody>
      </p:sp>
      <p:sp>
        <p:nvSpPr>
          <p:cNvPr id="2" name="正方形/長方形 1">
            <a:extLst>
              <a:ext uri="{FF2B5EF4-FFF2-40B4-BE49-F238E27FC236}">
                <a16:creationId xmlns:a16="http://schemas.microsoft.com/office/drawing/2014/main" id="{9C4BB6D7-2266-F9DE-0459-07E0BA69D3B0}"/>
              </a:ext>
            </a:extLst>
          </p:cNvPr>
          <p:cNvSpPr/>
          <p:nvPr userDrawn="1"/>
        </p:nvSpPr>
        <p:spPr>
          <a:xfrm>
            <a:off x="-1" y="761839"/>
            <a:ext cx="12193200" cy="10800"/>
          </a:xfrm>
          <a:prstGeom prst="rect">
            <a:avLst/>
          </a:prstGeom>
          <a:gradFill>
            <a:gsLst>
              <a:gs pos="100000">
                <a:srgbClr val="003965"/>
              </a:gs>
              <a:gs pos="0">
                <a:srgbClr val="0086C5"/>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endParaRPr kumimoji="1" lang="ja-JP" altLang="en-US" sz="2000" b="1">
              <a:solidFill>
                <a:schemeClr val="bg1"/>
              </a:solidFill>
              <a:latin typeface="BIZ UDPゴシック" panose="020B0400000000000000" pitchFamily="50" charset="-128"/>
              <a:ea typeface="BIZ UDPゴシック" panose="020B0400000000000000" pitchFamily="50" charset="-128"/>
            </a:endParaRPr>
          </a:p>
        </p:txBody>
      </p:sp>
      <p:sp>
        <p:nvSpPr>
          <p:cNvPr id="8" name="スライド番号プレースホルダー 5">
            <a:extLst>
              <a:ext uri="{FF2B5EF4-FFF2-40B4-BE49-F238E27FC236}">
                <a16:creationId xmlns:a16="http://schemas.microsoft.com/office/drawing/2014/main" id="{78953F02-845C-3EBD-7885-3095A5548E7E}"/>
              </a:ext>
            </a:extLst>
          </p:cNvPr>
          <p:cNvSpPr txBox="1">
            <a:spLocks/>
          </p:cNvSpPr>
          <p:nvPr userDrawn="1"/>
        </p:nvSpPr>
        <p:spPr>
          <a:xfrm>
            <a:off x="11788041" y="6510540"/>
            <a:ext cx="403959" cy="365125"/>
          </a:xfrm>
          <a:prstGeom prst="rect">
            <a:avLst/>
          </a:prstGeom>
        </p:spPr>
        <p:txBody>
          <a:bodyPr vert="horz" wrap="square" lIns="91440" tIns="45720" rIns="91440" bIns="45720" rtlCol="0" anchor="ctr" anchorCtr="1">
            <a:noAutofit/>
          </a:bodyPr>
          <a:lstStyle>
            <a:defPPr>
              <a:defRPr lang="ja-JP"/>
            </a:defPPr>
            <a:lvl1pPr marL="0" algn="r" defTabSz="914400" rtl="0" eaLnBrk="1" latinLnBrk="0" hangingPunct="1">
              <a:defRPr kumimoji="1" sz="1200" kern="1200">
                <a:solidFill>
                  <a:schemeClr val="tx1">
                    <a:tint val="82000"/>
                  </a:schemeClr>
                </a:solidFill>
                <a:latin typeface="Helvetica" panose="020B0604020202020204" pitchFamily="34" charset="0"/>
                <a:ea typeface="BIZ UDPゴシック" panose="020B0400000000000000"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DD5ACCE-99FC-439C-B6F0-DA1395226501}" type="slidenum">
              <a:rPr lang="ja-JP" altLang="en-US" smtClean="0">
                <a:solidFill>
                  <a:srgbClr val="033865"/>
                </a:solidFill>
              </a:rPr>
              <a:pPr/>
              <a:t>‹#›</a:t>
            </a:fld>
            <a:endParaRPr lang="ja-JP" altLang="en-US">
              <a:solidFill>
                <a:srgbClr val="033865"/>
              </a:solidFill>
            </a:endParaRPr>
          </a:p>
        </p:txBody>
      </p:sp>
    </p:spTree>
    <p:extLst>
      <p:ext uri="{BB962C8B-B14F-4D97-AF65-F5344CB8AC3E}">
        <p14:creationId xmlns:p14="http://schemas.microsoft.com/office/powerpoint/2010/main" val="3668045522"/>
      </p:ext>
    </p:extLst>
  </p:cSld>
  <p:clrMapOvr>
    <a:masterClrMapping/>
  </p:clrMapOvr>
  <p:extLst>
    <p:ext uri="{DCECCB84-F9BA-43D5-87BE-67443E8EF086}">
      <p15:sldGuideLst xmlns:p15="http://schemas.microsoft.com/office/powerpoint/2012/main">
        <p15:guide id="2" orient="horz" pos="2387">
          <p15:clr>
            <a:srgbClr val="FBAE40"/>
          </p15:clr>
        </p15:guide>
        <p15:guide id="3" orient="horz" pos="3974">
          <p15:clr>
            <a:srgbClr val="FBAE40"/>
          </p15:clr>
        </p15:guide>
        <p15:guide id="4" orient="horz" pos="799">
          <p15:clr>
            <a:srgbClr val="FBAE40"/>
          </p15:clr>
        </p15:guide>
        <p15:guide id="5" pos="4861">
          <p15:clr>
            <a:srgbClr val="FBAE40"/>
          </p15:clr>
        </p15:guide>
        <p15:guide id="6" pos="4997">
          <p15:clr>
            <a:srgbClr val="FBAE40"/>
          </p15:clr>
        </p15:guide>
        <p15:guide id="7" pos="7310">
          <p15:clr>
            <a:srgbClr val="FBAE40"/>
          </p15:clr>
        </p15:guide>
        <p15:guide id="8" pos="370">
          <p15:clr>
            <a:srgbClr val="FBAE40"/>
          </p15:clr>
        </p15:guide>
        <p15:guide id="9" pos="261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基本：タイトル下線なし">
    <p:spTree>
      <p:nvGrpSpPr>
        <p:cNvPr id="1" name=""/>
        <p:cNvGrpSpPr/>
        <p:nvPr/>
      </p:nvGrpSpPr>
      <p:grpSpPr>
        <a:xfrm>
          <a:off x="0" y="0"/>
          <a:ext cx="0" cy="0"/>
          <a:chOff x="0" y="0"/>
          <a:chExt cx="0" cy="0"/>
        </a:xfrm>
      </p:grpSpPr>
      <p:sp>
        <p:nvSpPr>
          <p:cNvPr id="3" name="タイトル 3">
            <a:extLst>
              <a:ext uri="{FF2B5EF4-FFF2-40B4-BE49-F238E27FC236}">
                <a16:creationId xmlns:a16="http://schemas.microsoft.com/office/drawing/2014/main" id="{37692E47-0CC4-85D5-F7DC-8B9E3C92182F}"/>
              </a:ext>
            </a:extLst>
          </p:cNvPr>
          <p:cNvSpPr>
            <a:spLocks noGrp="1"/>
          </p:cNvSpPr>
          <p:nvPr>
            <p:ph type="title"/>
          </p:nvPr>
        </p:nvSpPr>
        <p:spPr>
          <a:xfrm>
            <a:off x="338282" y="195409"/>
            <a:ext cx="10222213" cy="4801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noAutofit/>
          </a:bodyPr>
          <a:lstStyle>
            <a:lvl1pPr>
              <a:defRPr lang="ja-JP" altLang="en-US" sz="2800" b="1" baseline="0">
                <a:solidFill>
                  <a:srgbClr val="033865"/>
                </a:solidFill>
                <a:latin typeface="Helvetica" panose="020B0604020202020204" pitchFamily="34" charset="0"/>
                <a:ea typeface="BIZ UDPゴシック" panose="020B0400000000000000" pitchFamily="50" charset="-128"/>
              </a:defRPr>
            </a:lvl1pPr>
          </a:lstStyle>
          <a:p>
            <a:pPr lvl="0"/>
            <a:r>
              <a:rPr kumimoji="1" lang="ja-JP" altLang="en-US" noProof="0"/>
              <a:t>マスター タイトルの書式設定</a:t>
            </a:r>
          </a:p>
        </p:txBody>
      </p:sp>
      <p:sp>
        <p:nvSpPr>
          <p:cNvPr id="8" name="スライド番号プレースホルダー 5">
            <a:extLst>
              <a:ext uri="{FF2B5EF4-FFF2-40B4-BE49-F238E27FC236}">
                <a16:creationId xmlns:a16="http://schemas.microsoft.com/office/drawing/2014/main" id="{78953F02-845C-3EBD-7885-3095A5548E7E}"/>
              </a:ext>
            </a:extLst>
          </p:cNvPr>
          <p:cNvSpPr txBox="1">
            <a:spLocks/>
          </p:cNvSpPr>
          <p:nvPr userDrawn="1"/>
        </p:nvSpPr>
        <p:spPr>
          <a:xfrm>
            <a:off x="11788041" y="6510540"/>
            <a:ext cx="403959" cy="365125"/>
          </a:xfrm>
          <a:prstGeom prst="rect">
            <a:avLst/>
          </a:prstGeom>
        </p:spPr>
        <p:txBody>
          <a:bodyPr vert="horz" wrap="square" lIns="91440" tIns="45720" rIns="91440" bIns="45720" rtlCol="0" anchor="ctr" anchorCtr="1">
            <a:noAutofit/>
          </a:bodyPr>
          <a:lstStyle>
            <a:defPPr>
              <a:defRPr lang="ja-JP"/>
            </a:defPPr>
            <a:lvl1pPr marL="0" algn="r" defTabSz="914400" rtl="0" eaLnBrk="1" latinLnBrk="0" hangingPunct="1">
              <a:defRPr kumimoji="1" sz="1200" kern="1200">
                <a:solidFill>
                  <a:schemeClr val="tx1">
                    <a:tint val="82000"/>
                  </a:schemeClr>
                </a:solidFill>
                <a:latin typeface="Helvetica" panose="020B0604020202020204" pitchFamily="34" charset="0"/>
                <a:ea typeface="BIZ UDPゴシック" panose="020B0400000000000000"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DD5ACCE-99FC-439C-B6F0-DA1395226501}" type="slidenum">
              <a:rPr lang="ja-JP" altLang="en-US" smtClean="0">
                <a:solidFill>
                  <a:srgbClr val="033865"/>
                </a:solidFill>
              </a:rPr>
              <a:pPr/>
              <a:t>‹#›</a:t>
            </a:fld>
            <a:endParaRPr lang="ja-JP" altLang="en-US">
              <a:solidFill>
                <a:srgbClr val="033865"/>
              </a:solidFill>
            </a:endParaRPr>
          </a:p>
        </p:txBody>
      </p:sp>
      <p:sp>
        <p:nvSpPr>
          <p:cNvPr id="10" name="テキスト プレースホルダー 8">
            <a:extLst>
              <a:ext uri="{FF2B5EF4-FFF2-40B4-BE49-F238E27FC236}">
                <a16:creationId xmlns:a16="http://schemas.microsoft.com/office/drawing/2014/main" id="{10037309-8166-31B5-5D26-45D51E3D7EE6}"/>
              </a:ext>
            </a:extLst>
          </p:cNvPr>
          <p:cNvSpPr>
            <a:spLocks noGrp="1"/>
          </p:cNvSpPr>
          <p:nvPr>
            <p:ph type="body" sz="quarter" idx="11"/>
          </p:nvPr>
        </p:nvSpPr>
        <p:spPr>
          <a:xfrm>
            <a:off x="338282" y="858937"/>
            <a:ext cx="11529404" cy="504000"/>
          </a:xfrm>
          <a:prstGeom prst="rect">
            <a:avLst/>
          </a:prstGeom>
        </p:spPr>
        <p:txBody>
          <a:bodyPr anchor="t" anchorCtr="0"/>
          <a:lstStyle>
            <a:lvl1pPr marL="228600" indent="-228600">
              <a:lnSpc>
                <a:spcPct val="120000"/>
              </a:lnSpc>
              <a:spcBef>
                <a:spcPts val="0"/>
              </a:spcBef>
              <a:buFont typeface="Wingdings" panose="05000000000000000000" pitchFamily="2" charset="2"/>
              <a:buChar char="n"/>
              <a:defRPr sz="2400" b="1">
                <a:solidFill>
                  <a:srgbClr val="033865"/>
                </a:solidFill>
              </a:defRPr>
            </a:lvl1pPr>
          </a:lstStyle>
          <a:p>
            <a:pPr lvl="0"/>
            <a:r>
              <a:rPr kumimoji="1" lang="ja-JP" altLang="en-US"/>
              <a:t>マスター テキストの書式設定</a:t>
            </a:r>
          </a:p>
        </p:txBody>
      </p:sp>
      <p:sp>
        <p:nvSpPr>
          <p:cNvPr id="5" name="テキスト プレースホルダー 11">
            <a:extLst>
              <a:ext uri="{FF2B5EF4-FFF2-40B4-BE49-F238E27FC236}">
                <a16:creationId xmlns:a16="http://schemas.microsoft.com/office/drawing/2014/main" id="{6902C87C-0599-0977-11AA-5C47D5ACFDB1}"/>
              </a:ext>
            </a:extLst>
          </p:cNvPr>
          <p:cNvSpPr>
            <a:spLocks noGrp="1"/>
          </p:cNvSpPr>
          <p:nvPr>
            <p:ph type="body" sz="quarter" idx="12"/>
          </p:nvPr>
        </p:nvSpPr>
        <p:spPr>
          <a:xfrm>
            <a:off x="338280" y="1475737"/>
            <a:ext cx="11529404" cy="848364"/>
          </a:xfrm>
          <a:prstGeom prst="rect">
            <a:avLst/>
          </a:prstGeom>
        </p:spPr>
        <p:txBody>
          <a:bodyPr anchor="t" anchorCtr="0"/>
          <a:lstStyle>
            <a:lvl1pPr marL="0" indent="0">
              <a:lnSpc>
                <a:spcPct val="110000"/>
              </a:lnSpc>
              <a:buNone/>
              <a:defRPr sz="1800" b="1">
                <a:solidFill>
                  <a:srgbClr val="033865"/>
                </a:solidFill>
              </a:defRPr>
            </a:lvl1pPr>
          </a:lstStyle>
          <a:p>
            <a:pPr lvl="0"/>
            <a:endParaRPr kumimoji="1" lang="ja-JP" altLang="en-US"/>
          </a:p>
        </p:txBody>
      </p:sp>
    </p:spTree>
    <p:extLst>
      <p:ext uri="{BB962C8B-B14F-4D97-AF65-F5344CB8AC3E}">
        <p14:creationId xmlns:p14="http://schemas.microsoft.com/office/powerpoint/2010/main" val="93218142"/>
      </p:ext>
    </p:extLst>
  </p:cSld>
  <p:clrMapOvr>
    <a:masterClrMapping/>
  </p:clrMapOvr>
  <p:extLst>
    <p:ext uri="{DCECCB84-F9BA-43D5-87BE-67443E8EF086}">
      <p15:sldGuideLst xmlns:p15="http://schemas.microsoft.com/office/powerpoint/2012/main">
        <p15:guide id="2" orient="horz" pos="2387">
          <p15:clr>
            <a:srgbClr val="FBAE40"/>
          </p15:clr>
        </p15:guide>
        <p15:guide id="3" orient="horz" pos="3974">
          <p15:clr>
            <a:srgbClr val="FBAE40"/>
          </p15:clr>
        </p15:guide>
        <p15:guide id="4" orient="horz" pos="799">
          <p15:clr>
            <a:srgbClr val="FBAE40"/>
          </p15:clr>
        </p15:guide>
        <p15:guide id="5" pos="4861">
          <p15:clr>
            <a:srgbClr val="FBAE40"/>
          </p15:clr>
        </p15:guide>
        <p15:guide id="6" pos="4997">
          <p15:clr>
            <a:srgbClr val="FBAE40"/>
          </p15:clr>
        </p15:guide>
        <p15:guide id="7" pos="7310">
          <p15:clr>
            <a:srgbClr val="FBAE40"/>
          </p15:clr>
        </p15:guide>
        <p15:guide id="8" pos="370">
          <p15:clr>
            <a:srgbClr val="FBAE40"/>
          </p15:clr>
        </p15:guide>
        <p15:guide id="9" pos="2615">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基本スライド：ガイドつき">
    <p:spTree>
      <p:nvGrpSpPr>
        <p:cNvPr id="1" name=""/>
        <p:cNvGrpSpPr/>
        <p:nvPr/>
      </p:nvGrpSpPr>
      <p:grpSpPr>
        <a:xfrm>
          <a:off x="0" y="0"/>
          <a:ext cx="0" cy="0"/>
          <a:chOff x="0" y="0"/>
          <a:chExt cx="0" cy="0"/>
        </a:xfrm>
      </p:grpSpPr>
      <p:sp>
        <p:nvSpPr>
          <p:cNvPr id="3" name="タイトル 3">
            <a:extLst>
              <a:ext uri="{FF2B5EF4-FFF2-40B4-BE49-F238E27FC236}">
                <a16:creationId xmlns:a16="http://schemas.microsoft.com/office/drawing/2014/main" id="{37692E47-0CC4-85D5-F7DC-8B9E3C92182F}"/>
              </a:ext>
            </a:extLst>
          </p:cNvPr>
          <p:cNvSpPr>
            <a:spLocks noGrp="1"/>
          </p:cNvSpPr>
          <p:nvPr>
            <p:ph type="title"/>
          </p:nvPr>
        </p:nvSpPr>
        <p:spPr>
          <a:xfrm>
            <a:off x="338282" y="195409"/>
            <a:ext cx="10222213" cy="4801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noAutofit/>
          </a:bodyPr>
          <a:lstStyle>
            <a:lvl1pPr>
              <a:defRPr lang="ja-JP" altLang="en-US" sz="2800" b="1" baseline="0">
                <a:solidFill>
                  <a:srgbClr val="033865"/>
                </a:solidFill>
                <a:latin typeface="Helvetica" panose="020B0604020202020204" pitchFamily="34" charset="0"/>
                <a:ea typeface="BIZ UDPゴシック" panose="020B0400000000000000" pitchFamily="50" charset="-128"/>
              </a:defRPr>
            </a:lvl1pPr>
          </a:lstStyle>
          <a:p>
            <a:pPr lvl="0"/>
            <a:r>
              <a:rPr kumimoji="1" lang="ja-JP" altLang="en-US" noProof="0"/>
              <a:t>マスター タイトルの書式設定</a:t>
            </a:r>
          </a:p>
        </p:txBody>
      </p:sp>
      <p:cxnSp>
        <p:nvCxnSpPr>
          <p:cNvPr id="6" name="直線コネクタ 5">
            <a:extLst>
              <a:ext uri="{FF2B5EF4-FFF2-40B4-BE49-F238E27FC236}">
                <a16:creationId xmlns:a16="http://schemas.microsoft.com/office/drawing/2014/main" id="{623AD14E-05DC-8FC8-789B-97B7920B655B}"/>
              </a:ext>
            </a:extLst>
          </p:cNvPr>
          <p:cNvCxnSpPr>
            <a:cxnSpLocks/>
          </p:cNvCxnSpPr>
          <p:nvPr userDrawn="1"/>
        </p:nvCxnSpPr>
        <p:spPr>
          <a:xfrm>
            <a:off x="324312" y="7620"/>
            <a:ext cx="0" cy="6858000"/>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F147DB7A-7762-9035-E0C0-8D609C3A02E5}"/>
              </a:ext>
            </a:extLst>
          </p:cNvPr>
          <p:cNvCxnSpPr>
            <a:cxnSpLocks/>
          </p:cNvCxnSpPr>
          <p:nvPr userDrawn="1"/>
        </p:nvCxnSpPr>
        <p:spPr>
          <a:xfrm>
            <a:off x="11870737" y="0"/>
            <a:ext cx="0" cy="6835634"/>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43C66C40-4667-0AE7-F806-9F54163B374B}"/>
              </a:ext>
            </a:extLst>
          </p:cNvPr>
          <p:cNvCxnSpPr>
            <a:cxnSpLocks/>
          </p:cNvCxnSpPr>
          <p:nvPr userDrawn="1"/>
        </p:nvCxnSpPr>
        <p:spPr>
          <a:xfrm>
            <a:off x="-25533" y="6536998"/>
            <a:ext cx="12192000" cy="0"/>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20701F3A-3360-1B11-8EF8-C038D18600E9}"/>
              </a:ext>
            </a:extLst>
          </p:cNvPr>
          <p:cNvSpPr/>
          <p:nvPr userDrawn="1"/>
        </p:nvSpPr>
        <p:spPr>
          <a:xfrm>
            <a:off x="633046" y="1466689"/>
            <a:ext cx="10914185" cy="4812025"/>
          </a:xfrm>
          <a:prstGeom prst="rect">
            <a:avLst/>
          </a:prstGeom>
          <a:noFill/>
          <a:ln w="9525">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endParaRPr kumimoji="1" lang="ja-JP" altLang="en-US" sz="2000" b="1">
              <a:solidFill>
                <a:schemeClr val="bg1"/>
              </a:solidFill>
              <a:latin typeface="BIZ UDPゴシック" panose="020B0400000000000000" pitchFamily="50" charset="-128"/>
              <a:ea typeface="BIZ UDPゴシック" panose="020B0400000000000000" pitchFamily="50" charset="-128"/>
            </a:endParaRPr>
          </a:p>
        </p:txBody>
      </p:sp>
      <p:sp>
        <p:nvSpPr>
          <p:cNvPr id="7" name="正方形/長方形 6">
            <a:extLst>
              <a:ext uri="{FF2B5EF4-FFF2-40B4-BE49-F238E27FC236}">
                <a16:creationId xmlns:a16="http://schemas.microsoft.com/office/drawing/2014/main" id="{9654E270-9766-5DC7-ED85-5916AFFFC1C4}"/>
              </a:ext>
            </a:extLst>
          </p:cNvPr>
          <p:cNvSpPr/>
          <p:nvPr userDrawn="1"/>
        </p:nvSpPr>
        <p:spPr>
          <a:xfrm>
            <a:off x="-1" y="761839"/>
            <a:ext cx="12193200" cy="10800"/>
          </a:xfrm>
          <a:prstGeom prst="rect">
            <a:avLst/>
          </a:prstGeom>
          <a:gradFill>
            <a:gsLst>
              <a:gs pos="100000">
                <a:srgbClr val="003965"/>
              </a:gs>
              <a:gs pos="0">
                <a:srgbClr val="0086C5"/>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endParaRPr kumimoji="1" lang="ja-JP" altLang="en-US" sz="2000" b="1">
              <a:solidFill>
                <a:schemeClr val="bg1"/>
              </a:solidFill>
              <a:latin typeface="BIZ UDPゴシック" panose="020B0400000000000000" pitchFamily="50" charset="-128"/>
              <a:ea typeface="BIZ UDPゴシック" panose="020B0400000000000000" pitchFamily="50" charset="-128"/>
            </a:endParaRPr>
          </a:p>
        </p:txBody>
      </p:sp>
      <p:sp>
        <p:nvSpPr>
          <p:cNvPr id="10" name="スライド番号プレースホルダー 5">
            <a:extLst>
              <a:ext uri="{FF2B5EF4-FFF2-40B4-BE49-F238E27FC236}">
                <a16:creationId xmlns:a16="http://schemas.microsoft.com/office/drawing/2014/main" id="{0FA723B0-8E0D-75B9-0D05-C6361B9B6A4A}"/>
              </a:ext>
            </a:extLst>
          </p:cNvPr>
          <p:cNvSpPr txBox="1">
            <a:spLocks/>
          </p:cNvSpPr>
          <p:nvPr userDrawn="1"/>
        </p:nvSpPr>
        <p:spPr>
          <a:xfrm>
            <a:off x="11788041" y="6510540"/>
            <a:ext cx="403959" cy="365125"/>
          </a:xfrm>
          <a:prstGeom prst="rect">
            <a:avLst/>
          </a:prstGeom>
        </p:spPr>
        <p:txBody>
          <a:bodyPr vert="horz" wrap="square" lIns="91440" tIns="45720" rIns="91440" bIns="45720" rtlCol="0" anchor="ctr" anchorCtr="1">
            <a:noAutofit/>
          </a:bodyPr>
          <a:lstStyle>
            <a:defPPr>
              <a:defRPr lang="ja-JP"/>
            </a:defPPr>
            <a:lvl1pPr marL="0" algn="r" defTabSz="914400" rtl="0" eaLnBrk="1" latinLnBrk="0" hangingPunct="1">
              <a:defRPr kumimoji="1" sz="1200" kern="1200">
                <a:solidFill>
                  <a:schemeClr val="tx1">
                    <a:tint val="82000"/>
                  </a:schemeClr>
                </a:solidFill>
                <a:latin typeface="Helvetica" panose="020B0604020202020204" pitchFamily="34" charset="0"/>
                <a:ea typeface="BIZ UDPゴシック" panose="020B0400000000000000"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DD5ACCE-99FC-439C-B6F0-DA1395226501}" type="slidenum">
              <a:rPr lang="ja-JP" altLang="en-US" smtClean="0">
                <a:solidFill>
                  <a:srgbClr val="033865"/>
                </a:solidFill>
              </a:rPr>
              <a:pPr/>
              <a:t>‹#›</a:t>
            </a:fld>
            <a:endParaRPr lang="ja-JP" altLang="en-US">
              <a:solidFill>
                <a:srgbClr val="033865"/>
              </a:solidFill>
            </a:endParaRPr>
          </a:p>
        </p:txBody>
      </p:sp>
      <p:sp>
        <p:nvSpPr>
          <p:cNvPr id="4" name="テキスト プレースホルダー 8">
            <a:extLst>
              <a:ext uri="{FF2B5EF4-FFF2-40B4-BE49-F238E27FC236}">
                <a16:creationId xmlns:a16="http://schemas.microsoft.com/office/drawing/2014/main" id="{BCA4CCFA-ADF6-F3AF-35A4-6D46B905DD2F}"/>
              </a:ext>
            </a:extLst>
          </p:cNvPr>
          <p:cNvSpPr>
            <a:spLocks noGrp="1"/>
          </p:cNvSpPr>
          <p:nvPr>
            <p:ph type="body" sz="quarter" idx="11"/>
          </p:nvPr>
        </p:nvSpPr>
        <p:spPr>
          <a:xfrm>
            <a:off x="338282" y="858937"/>
            <a:ext cx="11529404" cy="504000"/>
          </a:xfrm>
          <a:prstGeom prst="rect">
            <a:avLst/>
          </a:prstGeom>
        </p:spPr>
        <p:txBody>
          <a:bodyPr anchor="t" anchorCtr="0"/>
          <a:lstStyle>
            <a:lvl1pPr marL="228600" indent="-228600">
              <a:lnSpc>
                <a:spcPct val="120000"/>
              </a:lnSpc>
              <a:spcBef>
                <a:spcPts val="0"/>
              </a:spcBef>
              <a:buFont typeface="Wingdings" panose="05000000000000000000" pitchFamily="2" charset="2"/>
              <a:buChar char="n"/>
              <a:defRPr sz="2400" b="1">
                <a:solidFill>
                  <a:srgbClr val="033865"/>
                </a:solidFill>
              </a:defRPr>
            </a:lvl1pPr>
          </a:lstStyle>
          <a:p>
            <a:pPr lvl="0"/>
            <a:r>
              <a:rPr kumimoji="1" lang="ja-JP" altLang="en-US"/>
              <a:t>マスター テキストの書式設定</a:t>
            </a:r>
          </a:p>
        </p:txBody>
      </p:sp>
      <p:sp>
        <p:nvSpPr>
          <p:cNvPr id="9" name="テキスト プレースホルダー 11">
            <a:extLst>
              <a:ext uri="{FF2B5EF4-FFF2-40B4-BE49-F238E27FC236}">
                <a16:creationId xmlns:a16="http://schemas.microsoft.com/office/drawing/2014/main" id="{9DAC3163-4394-C124-FA99-5B51D28C9EBE}"/>
              </a:ext>
            </a:extLst>
          </p:cNvPr>
          <p:cNvSpPr>
            <a:spLocks noGrp="1"/>
          </p:cNvSpPr>
          <p:nvPr>
            <p:ph type="body" sz="quarter" idx="12"/>
          </p:nvPr>
        </p:nvSpPr>
        <p:spPr>
          <a:xfrm>
            <a:off x="338279" y="1475737"/>
            <a:ext cx="11529405" cy="848364"/>
          </a:xfrm>
          <a:prstGeom prst="rect">
            <a:avLst/>
          </a:prstGeom>
        </p:spPr>
        <p:txBody>
          <a:bodyPr anchor="t" anchorCtr="0"/>
          <a:lstStyle>
            <a:lvl1pPr marL="0" indent="0">
              <a:lnSpc>
                <a:spcPct val="110000"/>
              </a:lnSpc>
              <a:buNone/>
              <a:defRPr sz="1800" b="1">
                <a:solidFill>
                  <a:srgbClr val="033865"/>
                </a:solidFill>
              </a:defRPr>
            </a:lvl1pPr>
          </a:lstStyle>
          <a:p>
            <a:pPr lvl="0"/>
            <a:endParaRPr kumimoji="1" lang="ja-JP" altLang="en-US"/>
          </a:p>
        </p:txBody>
      </p:sp>
    </p:spTree>
    <p:extLst>
      <p:ext uri="{BB962C8B-B14F-4D97-AF65-F5344CB8AC3E}">
        <p14:creationId xmlns:p14="http://schemas.microsoft.com/office/powerpoint/2010/main" val="2719662628"/>
      </p:ext>
    </p:extLst>
  </p:cSld>
  <p:clrMapOvr>
    <a:masterClrMapping/>
  </p:clrMapOvr>
  <p:extLst>
    <p:ext uri="{DCECCB84-F9BA-43D5-87BE-67443E8EF086}">
      <p15:sldGuideLst xmlns:p15="http://schemas.microsoft.com/office/powerpoint/2012/main">
        <p15:guide id="2" orient="horz" pos="2387">
          <p15:clr>
            <a:srgbClr val="FBAE40"/>
          </p15:clr>
        </p15:guide>
        <p15:guide id="3" orient="horz" pos="3974">
          <p15:clr>
            <a:srgbClr val="FBAE40"/>
          </p15:clr>
        </p15:guide>
        <p15:guide id="4" orient="horz" pos="799">
          <p15:clr>
            <a:srgbClr val="FBAE40"/>
          </p15:clr>
        </p15:guide>
        <p15:guide id="5" pos="4861">
          <p15:clr>
            <a:srgbClr val="FBAE40"/>
          </p15:clr>
        </p15:guide>
        <p15:guide id="6" pos="4997">
          <p15:clr>
            <a:srgbClr val="FBAE40"/>
          </p15:clr>
        </p15:guide>
        <p15:guide id="7" pos="7310">
          <p15:clr>
            <a:srgbClr val="FBAE40"/>
          </p15:clr>
        </p15:guide>
        <p15:guide id="8" pos="370">
          <p15:clr>
            <a:srgbClr val="FBAE40"/>
          </p15:clr>
        </p15:guide>
        <p15:guide id="9" pos="2615">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基本：3BOX①">
    <p:spTree>
      <p:nvGrpSpPr>
        <p:cNvPr id="1" name=""/>
        <p:cNvGrpSpPr/>
        <p:nvPr/>
      </p:nvGrpSpPr>
      <p:grpSpPr>
        <a:xfrm>
          <a:off x="0" y="0"/>
          <a:ext cx="0" cy="0"/>
          <a:chOff x="0" y="0"/>
          <a:chExt cx="0" cy="0"/>
        </a:xfrm>
      </p:grpSpPr>
      <p:sp>
        <p:nvSpPr>
          <p:cNvPr id="3" name="タイトル 3">
            <a:extLst>
              <a:ext uri="{FF2B5EF4-FFF2-40B4-BE49-F238E27FC236}">
                <a16:creationId xmlns:a16="http://schemas.microsoft.com/office/drawing/2014/main" id="{37692E47-0CC4-85D5-F7DC-8B9E3C92182F}"/>
              </a:ext>
            </a:extLst>
          </p:cNvPr>
          <p:cNvSpPr>
            <a:spLocks noGrp="1"/>
          </p:cNvSpPr>
          <p:nvPr>
            <p:ph type="title"/>
          </p:nvPr>
        </p:nvSpPr>
        <p:spPr>
          <a:xfrm>
            <a:off x="338282" y="195409"/>
            <a:ext cx="10222213" cy="4801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noAutofit/>
          </a:bodyPr>
          <a:lstStyle>
            <a:lvl1pPr>
              <a:defRPr lang="ja-JP" altLang="en-US" sz="2800" b="1" baseline="0">
                <a:solidFill>
                  <a:srgbClr val="033865"/>
                </a:solidFill>
                <a:latin typeface="Helvetica" panose="020B0604020202020204" pitchFamily="34" charset="0"/>
                <a:ea typeface="BIZ UDPゴシック" panose="020B0400000000000000" pitchFamily="50" charset="-128"/>
              </a:defRPr>
            </a:lvl1pPr>
          </a:lstStyle>
          <a:p>
            <a:pPr lvl="0"/>
            <a:r>
              <a:rPr kumimoji="1" lang="ja-JP" altLang="en-US" noProof="0"/>
              <a:t>マスター タイトルの書式設定</a:t>
            </a:r>
          </a:p>
        </p:txBody>
      </p:sp>
      <p:sp>
        <p:nvSpPr>
          <p:cNvPr id="2" name="正方形/長方形 1">
            <a:extLst>
              <a:ext uri="{FF2B5EF4-FFF2-40B4-BE49-F238E27FC236}">
                <a16:creationId xmlns:a16="http://schemas.microsoft.com/office/drawing/2014/main" id="{9C4BB6D7-2266-F9DE-0459-07E0BA69D3B0}"/>
              </a:ext>
            </a:extLst>
          </p:cNvPr>
          <p:cNvSpPr/>
          <p:nvPr userDrawn="1"/>
        </p:nvSpPr>
        <p:spPr>
          <a:xfrm>
            <a:off x="-1" y="761839"/>
            <a:ext cx="12193200" cy="10800"/>
          </a:xfrm>
          <a:prstGeom prst="rect">
            <a:avLst/>
          </a:prstGeom>
          <a:gradFill>
            <a:gsLst>
              <a:gs pos="100000">
                <a:srgbClr val="003965"/>
              </a:gs>
              <a:gs pos="0">
                <a:srgbClr val="0086C5"/>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endParaRPr kumimoji="1" lang="ja-JP" altLang="en-US" sz="2000" b="1">
              <a:solidFill>
                <a:schemeClr val="bg1"/>
              </a:solidFill>
              <a:latin typeface="BIZ UDPゴシック" panose="020B0400000000000000" pitchFamily="50" charset="-128"/>
              <a:ea typeface="BIZ UDPゴシック" panose="020B0400000000000000" pitchFamily="50" charset="-128"/>
            </a:endParaRPr>
          </a:p>
        </p:txBody>
      </p:sp>
      <p:sp>
        <p:nvSpPr>
          <p:cNvPr id="8" name="スライド番号プレースホルダー 5">
            <a:extLst>
              <a:ext uri="{FF2B5EF4-FFF2-40B4-BE49-F238E27FC236}">
                <a16:creationId xmlns:a16="http://schemas.microsoft.com/office/drawing/2014/main" id="{78953F02-845C-3EBD-7885-3095A5548E7E}"/>
              </a:ext>
            </a:extLst>
          </p:cNvPr>
          <p:cNvSpPr txBox="1">
            <a:spLocks/>
          </p:cNvSpPr>
          <p:nvPr userDrawn="1"/>
        </p:nvSpPr>
        <p:spPr>
          <a:xfrm>
            <a:off x="11788041" y="6510540"/>
            <a:ext cx="403959" cy="365125"/>
          </a:xfrm>
          <a:prstGeom prst="rect">
            <a:avLst/>
          </a:prstGeom>
        </p:spPr>
        <p:txBody>
          <a:bodyPr vert="horz" wrap="square" lIns="91440" tIns="45720" rIns="91440" bIns="45720" rtlCol="0" anchor="ctr" anchorCtr="1">
            <a:noAutofit/>
          </a:bodyPr>
          <a:lstStyle>
            <a:defPPr>
              <a:defRPr lang="ja-JP"/>
            </a:defPPr>
            <a:lvl1pPr marL="0" algn="r" defTabSz="914400" rtl="0" eaLnBrk="1" latinLnBrk="0" hangingPunct="1">
              <a:defRPr kumimoji="1" sz="1200" kern="1200">
                <a:solidFill>
                  <a:schemeClr val="tx1">
                    <a:tint val="82000"/>
                  </a:schemeClr>
                </a:solidFill>
                <a:latin typeface="Helvetica" panose="020B0604020202020204" pitchFamily="34" charset="0"/>
                <a:ea typeface="BIZ UDPゴシック" panose="020B0400000000000000"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DD5ACCE-99FC-439C-B6F0-DA1395226501}" type="slidenum">
              <a:rPr lang="ja-JP" altLang="en-US" smtClean="0">
                <a:solidFill>
                  <a:srgbClr val="033865"/>
                </a:solidFill>
              </a:rPr>
              <a:pPr/>
              <a:t>‹#›</a:t>
            </a:fld>
            <a:endParaRPr lang="ja-JP" altLang="en-US">
              <a:solidFill>
                <a:srgbClr val="033865"/>
              </a:solidFill>
            </a:endParaRPr>
          </a:p>
        </p:txBody>
      </p:sp>
      <p:sp>
        <p:nvSpPr>
          <p:cNvPr id="10" name="テキスト プレースホルダー 8">
            <a:extLst>
              <a:ext uri="{FF2B5EF4-FFF2-40B4-BE49-F238E27FC236}">
                <a16:creationId xmlns:a16="http://schemas.microsoft.com/office/drawing/2014/main" id="{10037309-8166-31B5-5D26-45D51E3D7EE6}"/>
              </a:ext>
            </a:extLst>
          </p:cNvPr>
          <p:cNvSpPr>
            <a:spLocks noGrp="1"/>
          </p:cNvSpPr>
          <p:nvPr>
            <p:ph type="body" sz="quarter" idx="11"/>
          </p:nvPr>
        </p:nvSpPr>
        <p:spPr>
          <a:xfrm>
            <a:off x="338282" y="858937"/>
            <a:ext cx="11529404" cy="504000"/>
          </a:xfrm>
          <a:prstGeom prst="rect">
            <a:avLst/>
          </a:prstGeom>
        </p:spPr>
        <p:txBody>
          <a:bodyPr anchor="t" anchorCtr="0"/>
          <a:lstStyle>
            <a:lvl1pPr marL="228600" indent="-228600">
              <a:lnSpc>
                <a:spcPct val="120000"/>
              </a:lnSpc>
              <a:spcBef>
                <a:spcPts val="0"/>
              </a:spcBef>
              <a:buFont typeface="Wingdings" panose="05000000000000000000" pitchFamily="2" charset="2"/>
              <a:buChar char="n"/>
              <a:defRPr sz="2400" b="1">
                <a:solidFill>
                  <a:srgbClr val="033865"/>
                </a:solidFill>
              </a:defRPr>
            </a:lvl1pPr>
          </a:lstStyle>
          <a:p>
            <a:pPr lvl="0"/>
            <a:r>
              <a:rPr kumimoji="1" lang="ja-JP" altLang="en-US"/>
              <a:t>マスター テキストの書式設定</a:t>
            </a:r>
          </a:p>
        </p:txBody>
      </p:sp>
      <p:sp>
        <p:nvSpPr>
          <p:cNvPr id="19" name="テキスト プレースホルダー 11">
            <a:extLst>
              <a:ext uri="{FF2B5EF4-FFF2-40B4-BE49-F238E27FC236}">
                <a16:creationId xmlns:a16="http://schemas.microsoft.com/office/drawing/2014/main" id="{DAE54FAE-B19B-9910-F82D-79EBADD6CC11}"/>
              </a:ext>
            </a:extLst>
          </p:cNvPr>
          <p:cNvSpPr>
            <a:spLocks noGrp="1"/>
          </p:cNvSpPr>
          <p:nvPr>
            <p:ph type="body" sz="quarter" idx="13"/>
          </p:nvPr>
        </p:nvSpPr>
        <p:spPr>
          <a:xfrm>
            <a:off x="338282" y="1827005"/>
            <a:ext cx="3600000" cy="3434970"/>
          </a:xfrm>
          <a:prstGeom prst="rect">
            <a:avLst/>
          </a:prstGeom>
          <a:solidFill>
            <a:srgbClr val="E7F0F9"/>
          </a:solidFill>
          <a:ln>
            <a:solidFill>
              <a:schemeClr val="bg1">
                <a:lumMod val="85000"/>
              </a:schemeClr>
            </a:solidFill>
          </a:ln>
        </p:spPr>
        <p:txBody>
          <a:bodyPr lIns="180000" tIns="144000" rIns="108000"/>
          <a:lstStyle>
            <a:lvl1pPr marL="0" indent="0">
              <a:buNone/>
              <a:defRPr sz="2400" b="1">
                <a:solidFill>
                  <a:srgbClr val="033865"/>
                </a:solidFill>
              </a:defRPr>
            </a:lvl1pPr>
          </a:lstStyle>
          <a:p>
            <a:pPr lvl="0"/>
            <a:endParaRPr kumimoji="1" lang="ja-JP" altLang="en-US"/>
          </a:p>
        </p:txBody>
      </p:sp>
      <p:sp>
        <p:nvSpPr>
          <p:cNvPr id="23" name="テキスト プレースホルダー 11">
            <a:extLst>
              <a:ext uri="{FF2B5EF4-FFF2-40B4-BE49-F238E27FC236}">
                <a16:creationId xmlns:a16="http://schemas.microsoft.com/office/drawing/2014/main" id="{56203579-E130-A0F8-8D2B-2A20B8C556C2}"/>
              </a:ext>
            </a:extLst>
          </p:cNvPr>
          <p:cNvSpPr>
            <a:spLocks noGrp="1"/>
          </p:cNvSpPr>
          <p:nvPr>
            <p:ph type="body" sz="quarter" idx="15"/>
          </p:nvPr>
        </p:nvSpPr>
        <p:spPr>
          <a:xfrm>
            <a:off x="518282" y="2476249"/>
            <a:ext cx="3240000" cy="2562225"/>
          </a:xfrm>
          <a:prstGeom prst="rect">
            <a:avLst/>
          </a:prstGeom>
          <a:solidFill>
            <a:schemeClr val="bg1"/>
          </a:solidFill>
          <a:ln>
            <a:noFill/>
          </a:ln>
        </p:spPr>
        <p:txBody>
          <a:bodyPr lIns="72000" tIns="108000" rIns="72000" bIns="72000"/>
          <a:lstStyle>
            <a:lvl1pPr marL="266700" indent="-180975">
              <a:lnSpc>
                <a:spcPct val="120000"/>
              </a:lnSpc>
              <a:buFont typeface="Arial" panose="020B0604020202020204" pitchFamily="34" charset="0"/>
              <a:buChar char="•"/>
              <a:defRPr sz="1400" b="0">
                <a:solidFill>
                  <a:srgbClr val="033865"/>
                </a:solidFill>
              </a:defRPr>
            </a:lvl1pPr>
          </a:lstStyle>
          <a:p>
            <a:pPr lvl="0"/>
            <a:endParaRPr kumimoji="1" lang="ja-JP" altLang="en-US"/>
          </a:p>
        </p:txBody>
      </p:sp>
      <p:sp>
        <p:nvSpPr>
          <p:cNvPr id="5" name="テキスト プレースホルダー 11">
            <a:extLst>
              <a:ext uri="{FF2B5EF4-FFF2-40B4-BE49-F238E27FC236}">
                <a16:creationId xmlns:a16="http://schemas.microsoft.com/office/drawing/2014/main" id="{4DBFA2D4-E056-5F2E-349E-4C21E002BC63}"/>
              </a:ext>
            </a:extLst>
          </p:cNvPr>
          <p:cNvSpPr>
            <a:spLocks noGrp="1"/>
          </p:cNvSpPr>
          <p:nvPr>
            <p:ph type="body" sz="quarter" idx="16"/>
          </p:nvPr>
        </p:nvSpPr>
        <p:spPr>
          <a:xfrm>
            <a:off x="4302984" y="1827005"/>
            <a:ext cx="3600000" cy="3434970"/>
          </a:xfrm>
          <a:prstGeom prst="rect">
            <a:avLst/>
          </a:prstGeom>
          <a:solidFill>
            <a:srgbClr val="E7F0F9"/>
          </a:solidFill>
          <a:ln>
            <a:solidFill>
              <a:schemeClr val="bg1">
                <a:lumMod val="85000"/>
              </a:schemeClr>
            </a:solidFill>
          </a:ln>
        </p:spPr>
        <p:txBody>
          <a:bodyPr lIns="180000" tIns="144000" rIns="108000"/>
          <a:lstStyle>
            <a:lvl1pPr marL="0" indent="0">
              <a:buNone/>
              <a:defRPr sz="2400" b="1">
                <a:solidFill>
                  <a:srgbClr val="033865"/>
                </a:solidFill>
              </a:defRPr>
            </a:lvl1pPr>
          </a:lstStyle>
          <a:p>
            <a:pPr lvl="0"/>
            <a:endParaRPr kumimoji="1" lang="ja-JP" altLang="en-US"/>
          </a:p>
        </p:txBody>
      </p:sp>
      <p:sp>
        <p:nvSpPr>
          <p:cNvPr id="7" name="テキスト プレースホルダー 11">
            <a:extLst>
              <a:ext uri="{FF2B5EF4-FFF2-40B4-BE49-F238E27FC236}">
                <a16:creationId xmlns:a16="http://schemas.microsoft.com/office/drawing/2014/main" id="{8BDD3F6D-D385-812B-1ECE-4E40BE094159}"/>
              </a:ext>
            </a:extLst>
          </p:cNvPr>
          <p:cNvSpPr>
            <a:spLocks noGrp="1"/>
          </p:cNvSpPr>
          <p:nvPr>
            <p:ph type="body" sz="quarter" idx="18"/>
          </p:nvPr>
        </p:nvSpPr>
        <p:spPr>
          <a:xfrm>
            <a:off x="8267686" y="1827005"/>
            <a:ext cx="3600000" cy="3434970"/>
          </a:xfrm>
          <a:prstGeom prst="rect">
            <a:avLst/>
          </a:prstGeom>
          <a:solidFill>
            <a:srgbClr val="E7F0F9"/>
          </a:solidFill>
          <a:ln>
            <a:solidFill>
              <a:schemeClr val="bg1">
                <a:lumMod val="85000"/>
              </a:schemeClr>
            </a:solidFill>
          </a:ln>
        </p:spPr>
        <p:txBody>
          <a:bodyPr lIns="180000" tIns="144000" rIns="108000"/>
          <a:lstStyle>
            <a:lvl1pPr marL="0" indent="0">
              <a:buNone/>
              <a:defRPr sz="2400" b="1">
                <a:solidFill>
                  <a:srgbClr val="033865"/>
                </a:solidFill>
              </a:defRPr>
            </a:lvl1pPr>
          </a:lstStyle>
          <a:p>
            <a:pPr lvl="0"/>
            <a:endParaRPr kumimoji="1" lang="ja-JP" altLang="en-US"/>
          </a:p>
        </p:txBody>
      </p:sp>
      <p:sp>
        <p:nvSpPr>
          <p:cNvPr id="14" name="テキスト プレースホルダー 11">
            <a:extLst>
              <a:ext uri="{FF2B5EF4-FFF2-40B4-BE49-F238E27FC236}">
                <a16:creationId xmlns:a16="http://schemas.microsoft.com/office/drawing/2014/main" id="{22BC90CA-AF12-B428-806C-CEF99C4DFA5B}"/>
              </a:ext>
            </a:extLst>
          </p:cNvPr>
          <p:cNvSpPr>
            <a:spLocks noGrp="1"/>
          </p:cNvSpPr>
          <p:nvPr>
            <p:ph type="body" sz="quarter" idx="19"/>
          </p:nvPr>
        </p:nvSpPr>
        <p:spPr>
          <a:xfrm>
            <a:off x="4482984" y="2476249"/>
            <a:ext cx="3240000" cy="2562225"/>
          </a:xfrm>
          <a:prstGeom prst="rect">
            <a:avLst/>
          </a:prstGeom>
          <a:solidFill>
            <a:schemeClr val="bg1"/>
          </a:solidFill>
          <a:ln>
            <a:noFill/>
          </a:ln>
        </p:spPr>
        <p:txBody>
          <a:bodyPr lIns="72000" tIns="108000" rIns="72000" bIns="72000"/>
          <a:lstStyle>
            <a:lvl1pPr marL="266700" indent="-180975">
              <a:lnSpc>
                <a:spcPct val="120000"/>
              </a:lnSpc>
              <a:buFont typeface="Arial" panose="020B0604020202020204" pitchFamily="34" charset="0"/>
              <a:buChar char="•"/>
              <a:defRPr sz="1400" b="0">
                <a:solidFill>
                  <a:srgbClr val="033865"/>
                </a:solidFill>
              </a:defRPr>
            </a:lvl1pPr>
          </a:lstStyle>
          <a:p>
            <a:pPr lvl="0"/>
            <a:endParaRPr kumimoji="1" lang="ja-JP" altLang="en-US"/>
          </a:p>
        </p:txBody>
      </p:sp>
      <p:sp>
        <p:nvSpPr>
          <p:cNvPr id="16" name="テキスト プレースホルダー 11">
            <a:extLst>
              <a:ext uri="{FF2B5EF4-FFF2-40B4-BE49-F238E27FC236}">
                <a16:creationId xmlns:a16="http://schemas.microsoft.com/office/drawing/2014/main" id="{0FE2EDFE-1B42-84AB-79F2-E38BD6742003}"/>
              </a:ext>
            </a:extLst>
          </p:cNvPr>
          <p:cNvSpPr>
            <a:spLocks noGrp="1"/>
          </p:cNvSpPr>
          <p:nvPr>
            <p:ph type="body" sz="quarter" idx="20"/>
          </p:nvPr>
        </p:nvSpPr>
        <p:spPr>
          <a:xfrm>
            <a:off x="8447686" y="2476249"/>
            <a:ext cx="3240000" cy="2562225"/>
          </a:xfrm>
          <a:prstGeom prst="rect">
            <a:avLst/>
          </a:prstGeom>
          <a:solidFill>
            <a:schemeClr val="bg1"/>
          </a:solidFill>
          <a:ln>
            <a:noFill/>
          </a:ln>
        </p:spPr>
        <p:txBody>
          <a:bodyPr lIns="72000" tIns="108000" rIns="72000" bIns="72000"/>
          <a:lstStyle>
            <a:lvl1pPr marL="266700" indent="-180975">
              <a:lnSpc>
                <a:spcPct val="120000"/>
              </a:lnSpc>
              <a:buFont typeface="Arial" panose="020B0604020202020204" pitchFamily="34" charset="0"/>
              <a:buChar char="•"/>
              <a:defRPr sz="1400" b="0">
                <a:solidFill>
                  <a:srgbClr val="033865"/>
                </a:solidFill>
              </a:defRPr>
            </a:lvl1pPr>
          </a:lstStyle>
          <a:p>
            <a:pPr lvl="0"/>
            <a:endParaRPr kumimoji="1" lang="ja-JP" altLang="en-US"/>
          </a:p>
        </p:txBody>
      </p:sp>
    </p:spTree>
    <p:extLst>
      <p:ext uri="{BB962C8B-B14F-4D97-AF65-F5344CB8AC3E}">
        <p14:creationId xmlns:p14="http://schemas.microsoft.com/office/powerpoint/2010/main" val="1060274173"/>
      </p:ext>
    </p:extLst>
  </p:cSld>
  <p:clrMapOvr>
    <a:masterClrMapping/>
  </p:clrMapOvr>
  <p:extLst>
    <p:ext uri="{DCECCB84-F9BA-43D5-87BE-67443E8EF086}">
      <p15:sldGuideLst xmlns:p15="http://schemas.microsoft.com/office/powerpoint/2012/main">
        <p15:guide id="2" orient="horz" pos="2387">
          <p15:clr>
            <a:srgbClr val="FBAE40"/>
          </p15:clr>
        </p15:guide>
        <p15:guide id="3" orient="horz" pos="3974">
          <p15:clr>
            <a:srgbClr val="FBAE40"/>
          </p15:clr>
        </p15:guide>
        <p15:guide id="4" orient="horz" pos="799">
          <p15:clr>
            <a:srgbClr val="FBAE40"/>
          </p15:clr>
        </p15:guide>
        <p15:guide id="5" pos="4861">
          <p15:clr>
            <a:srgbClr val="FBAE40"/>
          </p15:clr>
        </p15:guide>
        <p15:guide id="6" pos="4997">
          <p15:clr>
            <a:srgbClr val="FBAE40"/>
          </p15:clr>
        </p15:guide>
        <p15:guide id="7" pos="7310">
          <p15:clr>
            <a:srgbClr val="FBAE40"/>
          </p15:clr>
        </p15:guide>
        <p15:guide id="8" pos="370">
          <p15:clr>
            <a:srgbClr val="FBAE40"/>
          </p15:clr>
        </p15:guide>
        <p15:guide id="9" pos="261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基本：3BOX②">
    <p:spTree>
      <p:nvGrpSpPr>
        <p:cNvPr id="1" name=""/>
        <p:cNvGrpSpPr/>
        <p:nvPr/>
      </p:nvGrpSpPr>
      <p:grpSpPr>
        <a:xfrm>
          <a:off x="0" y="0"/>
          <a:ext cx="0" cy="0"/>
          <a:chOff x="0" y="0"/>
          <a:chExt cx="0" cy="0"/>
        </a:xfrm>
      </p:grpSpPr>
      <p:sp>
        <p:nvSpPr>
          <p:cNvPr id="3" name="タイトル 3">
            <a:extLst>
              <a:ext uri="{FF2B5EF4-FFF2-40B4-BE49-F238E27FC236}">
                <a16:creationId xmlns:a16="http://schemas.microsoft.com/office/drawing/2014/main" id="{37692E47-0CC4-85D5-F7DC-8B9E3C92182F}"/>
              </a:ext>
            </a:extLst>
          </p:cNvPr>
          <p:cNvSpPr>
            <a:spLocks noGrp="1"/>
          </p:cNvSpPr>
          <p:nvPr>
            <p:ph type="title"/>
          </p:nvPr>
        </p:nvSpPr>
        <p:spPr>
          <a:xfrm>
            <a:off x="338282" y="195409"/>
            <a:ext cx="10222213" cy="4801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noAutofit/>
          </a:bodyPr>
          <a:lstStyle>
            <a:lvl1pPr>
              <a:defRPr lang="ja-JP" altLang="en-US" sz="2800" b="1" baseline="0">
                <a:solidFill>
                  <a:srgbClr val="033865"/>
                </a:solidFill>
                <a:latin typeface="Helvetica" panose="020B0604020202020204" pitchFamily="34" charset="0"/>
                <a:ea typeface="BIZ UDPゴシック" panose="020B0400000000000000" pitchFamily="50" charset="-128"/>
              </a:defRPr>
            </a:lvl1pPr>
          </a:lstStyle>
          <a:p>
            <a:pPr lvl="0"/>
            <a:r>
              <a:rPr kumimoji="1" lang="ja-JP" altLang="en-US" noProof="0"/>
              <a:t>マスター タイトルの書式設定</a:t>
            </a:r>
          </a:p>
        </p:txBody>
      </p:sp>
      <p:sp>
        <p:nvSpPr>
          <p:cNvPr id="2" name="正方形/長方形 1">
            <a:extLst>
              <a:ext uri="{FF2B5EF4-FFF2-40B4-BE49-F238E27FC236}">
                <a16:creationId xmlns:a16="http://schemas.microsoft.com/office/drawing/2014/main" id="{9C4BB6D7-2266-F9DE-0459-07E0BA69D3B0}"/>
              </a:ext>
            </a:extLst>
          </p:cNvPr>
          <p:cNvSpPr/>
          <p:nvPr userDrawn="1"/>
        </p:nvSpPr>
        <p:spPr>
          <a:xfrm>
            <a:off x="-1" y="761839"/>
            <a:ext cx="12193200" cy="10800"/>
          </a:xfrm>
          <a:prstGeom prst="rect">
            <a:avLst/>
          </a:prstGeom>
          <a:gradFill>
            <a:gsLst>
              <a:gs pos="100000">
                <a:srgbClr val="003965"/>
              </a:gs>
              <a:gs pos="0">
                <a:srgbClr val="0086C5"/>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endParaRPr kumimoji="1" lang="ja-JP" altLang="en-US" sz="2000" b="1">
              <a:solidFill>
                <a:schemeClr val="bg1"/>
              </a:solidFill>
              <a:latin typeface="BIZ UDPゴシック" panose="020B0400000000000000" pitchFamily="50" charset="-128"/>
              <a:ea typeface="BIZ UDPゴシック" panose="020B0400000000000000" pitchFamily="50" charset="-128"/>
            </a:endParaRPr>
          </a:p>
        </p:txBody>
      </p:sp>
      <p:sp>
        <p:nvSpPr>
          <p:cNvPr id="8" name="スライド番号プレースホルダー 5">
            <a:extLst>
              <a:ext uri="{FF2B5EF4-FFF2-40B4-BE49-F238E27FC236}">
                <a16:creationId xmlns:a16="http://schemas.microsoft.com/office/drawing/2014/main" id="{78953F02-845C-3EBD-7885-3095A5548E7E}"/>
              </a:ext>
            </a:extLst>
          </p:cNvPr>
          <p:cNvSpPr txBox="1">
            <a:spLocks/>
          </p:cNvSpPr>
          <p:nvPr userDrawn="1"/>
        </p:nvSpPr>
        <p:spPr>
          <a:xfrm>
            <a:off x="11788041" y="6510540"/>
            <a:ext cx="403959" cy="365125"/>
          </a:xfrm>
          <a:prstGeom prst="rect">
            <a:avLst/>
          </a:prstGeom>
        </p:spPr>
        <p:txBody>
          <a:bodyPr vert="horz" wrap="square" lIns="91440" tIns="45720" rIns="91440" bIns="45720" rtlCol="0" anchor="ctr" anchorCtr="1">
            <a:noAutofit/>
          </a:bodyPr>
          <a:lstStyle>
            <a:defPPr>
              <a:defRPr lang="ja-JP"/>
            </a:defPPr>
            <a:lvl1pPr marL="0" algn="r" defTabSz="914400" rtl="0" eaLnBrk="1" latinLnBrk="0" hangingPunct="1">
              <a:defRPr kumimoji="1" sz="1200" kern="1200">
                <a:solidFill>
                  <a:schemeClr val="tx1">
                    <a:tint val="82000"/>
                  </a:schemeClr>
                </a:solidFill>
                <a:latin typeface="Helvetica" panose="020B0604020202020204" pitchFamily="34" charset="0"/>
                <a:ea typeface="BIZ UDPゴシック" panose="020B0400000000000000"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DD5ACCE-99FC-439C-B6F0-DA1395226501}" type="slidenum">
              <a:rPr lang="ja-JP" altLang="en-US" smtClean="0">
                <a:solidFill>
                  <a:srgbClr val="033865"/>
                </a:solidFill>
              </a:rPr>
              <a:pPr/>
              <a:t>‹#›</a:t>
            </a:fld>
            <a:endParaRPr lang="ja-JP" altLang="en-US">
              <a:solidFill>
                <a:srgbClr val="033865"/>
              </a:solidFill>
            </a:endParaRPr>
          </a:p>
        </p:txBody>
      </p:sp>
      <p:sp>
        <p:nvSpPr>
          <p:cNvPr id="7" name="テキスト プレースホルダー 11">
            <a:extLst>
              <a:ext uri="{FF2B5EF4-FFF2-40B4-BE49-F238E27FC236}">
                <a16:creationId xmlns:a16="http://schemas.microsoft.com/office/drawing/2014/main" id="{8BDD3F6D-D385-812B-1ECE-4E40BE094159}"/>
              </a:ext>
            </a:extLst>
          </p:cNvPr>
          <p:cNvSpPr>
            <a:spLocks noGrp="1"/>
          </p:cNvSpPr>
          <p:nvPr>
            <p:ph type="body" sz="quarter" idx="18"/>
          </p:nvPr>
        </p:nvSpPr>
        <p:spPr>
          <a:xfrm>
            <a:off x="338280" y="1710616"/>
            <a:ext cx="5612810" cy="496635"/>
          </a:xfrm>
          <a:prstGeom prst="round2SameRect">
            <a:avLst>
              <a:gd name="adj1" fmla="val 10913"/>
              <a:gd name="adj2" fmla="val 0"/>
            </a:avLst>
          </a:prstGeom>
          <a:solidFill>
            <a:srgbClr val="033865"/>
          </a:solidFill>
          <a:ln>
            <a:noFill/>
          </a:ln>
        </p:spPr>
        <p:txBody>
          <a:bodyPr lIns="180000" tIns="108000" rIns="108000" bIns="108000" anchor="t" anchorCtr="0"/>
          <a:lstStyle>
            <a:lvl1pPr marL="0" indent="0" algn="ctr">
              <a:buNone/>
              <a:defRPr sz="2000" b="1">
                <a:solidFill>
                  <a:schemeClr val="bg1"/>
                </a:solidFill>
              </a:defRPr>
            </a:lvl1pPr>
          </a:lstStyle>
          <a:p>
            <a:pPr lvl="0"/>
            <a:endParaRPr kumimoji="1" lang="ja-JP" altLang="en-US"/>
          </a:p>
        </p:txBody>
      </p:sp>
      <p:sp>
        <p:nvSpPr>
          <p:cNvPr id="6" name="テキスト プレースホルダー 11">
            <a:extLst>
              <a:ext uri="{FF2B5EF4-FFF2-40B4-BE49-F238E27FC236}">
                <a16:creationId xmlns:a16="http://schemas.microsoft.com/office/drawing/2014/main" id="{639E2BD8-237D-AD03-6F39-178484A3207E}"/>
              </a:ext>
            </a:extLst>
          </p:cNvPr>
          <p:cNvSpPr>
            <a:spLocks noGrp="1"/>
          </p:cNvSpPr>
          <p:nvPr>
            <p:ph type="body" sz="quarter" idx="13"/>
          </p:nvPr>
        </p:nvSpPr>
        <p:spPr>
          <a:xfrm>
            <a:off x="338280" y="2207251"/>
            <a:ext cx="5612810" cy="2283211"/>
          </a:xfrm>
          <a:prstGeom prst="rect">
            <a:avLst/>
          </a:prstGeom>
          <a:solidFill>
            <a:schemeClr val="bg1">
              <a:lumMod val="95000"/>
            </a:schemeClr>
          </a:solidFill>
          <a:ln>
            <a:solidFill>
              <a:schemeClr val="bg1">
                <a:lumMod val="85000"/>
              </a:schemeClr>
            </a:solidFill>
          </a:ln>
        </p:spPr>
        <p:txBody>
          <a:bodyPr lIns="180000" tIns="108000" rIns="108000"/>
          <a:lstStyle>
            <a:lvl1pPr marL="0" indent="0">
              <a:lnSpc>
                <a:spcPct val="120000"/>
              </a:lnSpc>
              <a:buNone/>
              <a:defRPr sz="1800" b="1">
                <a:solidFill>
                  <a:srgbClr val="033865"/>
                </a:solidFill>
              </a:defRPr>
            </a:lvl1pPr>
          </a:lstStyle>
          <a:p>
            <a:pPr lvl="0"/>
            <a:endParaRPr kumimoji="1" lang="ja-JP" altLang="en-US"/>
          </a:p>
        </p:txBody>
      </p:sp>
      <p:sp>
        <p:nvSpPr>
          <p:cNvPr id="9" name="テキスト プレースホルダー 11">
            <a:extLst>
              <a:ext uri="{FF2B5EF4-FFF2-40B4-BE49-F238E27FC236}">
                <a16:creationId xmlns:a16="http://schemas.microsoft.com/office/drawing/2014/main" id="{4C67178B-A90A-59B3-38DE-FD0E8CC93890}"/>
              </a:ext>
            </a:extLst>
          </p:cNvPr>
          <p:cNvSpPr>
            <a:spLocks noGrp="1"/>
          </p:cNvSpPr>
          <p:nvPr>
            <p:ph type="body" sz="quarter" idx="19"/>
          </p:nvPr>
        </p:nvSpPr>
        <p:spPr>
          <a:xfrm>
            <a:off x="6255286" y="1710616"/>
            <a:ext cx="5612400" cy="496635"/>
          </a:xfrm>
          <a:prstGeom prst="round2SameRect">
            <a:avLst>
              <a:gd name="adj1" fmla="val 10913"/>
              <a:gd name="adj2" fmla="val 0"/>
            </a:avLst>
          </a:prstGeom>
          <a:solidFill>
            <a:srgbClr val="033865"/>
          </a:solidFill>
          <a:ln>
            <a:noFill/>
          </a:ln>
        </p:spPr>
        <p:txBody>
          <a:bodyPr lIns="180000" tIns="108000" rIns="108000" bIns="108000" anchor="t" anchorCtr="0"/>
          <a:lstStyle>
            <a:lvl1pPr marL="0" indent="0" algn="ctr">
              <a:buNone/>
              <a:defRPr sz="2000" b="1">
                <a:solidFill>
                  <a:schemeClr val="bg1"/>
                </a:solidFill>
              </a:defRPr>
            </a:lvl1pPr>
          </a:lstStyle>
          <a:p>
            <a:pPr lvl="0"/>
            <a:endParaRPr kumimoji="1" lang="ja-JP" altLang="en-US"/>
          </a:p>
        </p:txBody>
      </p:sp>
      <p:sp>
        <p:nvSpPr>
          <p:cNvPr id="11" name="テキスト プレースホルダー 11">
            <a:extLst>
              <a:ext uri="{FF2B5EF4-FFF2-40B4-BE49-F238E27FC236}">
                <a16:creationId xmlns:a16="http://schemas.microsoft.com/office/drawing/2014/main" id="{AFB475B0-F8EB-EA24-DC80-C316F6A3C011}"/>
              </a:ext>
            </a:extLst>
          </p:cNvPr>
          <p:cNvSpPr>
            <a:spLocks noGrp="1"/>
          </p:cNvSpPr>
          <p:nvPr>
            <p:ph type="body" sz="quarter" idx="20"/>
          </p:nvPr>
        </p:nvSpPr>
        <p:spPr>
          <a:xfrm>
            <a:off x="6255286" y="2207251"/>
            <a:ext cx="5612400" cy="2283211"/>
          </a:xfrm>
          <a:prstGeom prst="rect">
            <a:avLst/>
          </a:prstGeom>
          <a:solidFill>
            <a:schemeClr val="bg1">
              <a:lumMod val="95000"/>
            </a:schemeClr>
          </a:solidFill>
          <a:ln>
            <a:solidFill>
              <a:schemeClr val="bg1">
                <a:lumMod val="85000"/>
              </a:schemeClr>
            </a:solidFill>
          </a:ln>
        </p:spPr>
        <p:txBody>
          <a:bodyPr lIns="180000" tIns="108000" rIns="108000"/>
          <a:lstStyle>
            <a:lvl1pPr marL="0" indent="0">
              <a:lnSpc>
                <a:spcPct val="120000"/>
              </a:lnSpc>
              <a:buNone/>
              <a:defRPr sz="1800" b="1">
                <a:solidFill>
                  <a:srgbClr val="033865"/>
                </a:solidFill>
              </a:defRPr>
            </a:lvl1pPr>
          </a:lstStyle>
          <a:p>
            <a:pPr lvl="0"/>
            <a:endParaRPr kumimoji="1" lang="ja-JP" altLang="en-US"/>
          </a:p>
        </p:txBody>
      </p:sp>
      <p:sp>
        <p:nvSpPr>
          <p:cNvPr id="12" name="テキスト プレースホルダー 11">
            <a:extLst>
              <a:ext uri="{FF2B5EF4-FFF2-40B4-BE49-F238E27FC236}">
                <a16:creationId xmlns:a16="http://schemas.microsoft.com/office/drawing/2014/main" id="{BE64B755-BE6D-288E-F0E9-1D61ED31DE1C}"/>
              </a:ext>
            </a:extLst>
          </p:cNvPr>
          <p:cNvSpPr>
            <a:spLocks noGrp="1"/>
          </p:cNvSpPr>
          <p:nvPr>
            <p:ph type="body" sz="quarter" idx="21"/>
          </p:nvPr>
        </p:nvSpPr>
        <p:spPr>
          <a:xfrm>
            <a:off x="338280" y="4682416"/>
            <a:ext cx="11529405" cy="496635"/>
          </a:xfrm>
          <a:prstGeom prst="round2SameRect">
            <a:avLst>
              <a:gd name="adj1" fmla="val 10913"/>
              <a:gd name="adj2" fmla="val 0"/>
            </a:avLst>
          </a:prstGeom>
          <a:solidFill>
            <a:srgbClr val="033865"/>
          </a:solidFill>
          <a:ln>
            <a:noFill/>
          </a:ln>
        </p:spPr>
        <p:txBody>
          <a:bodyPr lIns="180000" tIns="108000" rIns="108000" bIns="108000" anchor="t" anchorCtr="0"/>
          <a:lstStyle>
            <a:lvl1pPr marL="0" indent="0" algn="ctr">
              <a:buNone/>
              <a:defRPr sz="2000" b="1">
                <a:solidFill>
                  <a:schemeClr val="bg1"/>
                </a:solidFill>
              </a:defRPr>
            </a:lvl1pPr>
          </a:lstStyle>
          <a:p>
            <a:pPr lvl="0"/>
            <a:endParaRPr kumimoji="1" lang="ja-JP" altLang="en-US"/>
          </a:p>
        </p:txBody>
      </p:sp>
      <p:sp>
        <p:nvSpPr>
          <p:cNvPr id="13" name="テキスト プレースホルダー 11">
            <a:extLst>
              <a:ext uri="{FF2B5EF4-FFF2-40B4-BE49-F238E27FC236}">
                <a16:creationId xmlns:a16="http://schemas.microsoft.com/office/drawing/2014/main" id="{B5386BF3-2603-C9AB-2DA6-07FE8AB287EF}"/>
              </a:ext>
            </a:extLst>
          </p:cNvPr>
          <p:cNvSpPr>
            <a:spLocks noGrp="1"/>
          </p:cNvSpPr>
          <p:nvPr>
            <p:ph type="body" sz="quarter" idx="22"/>
          </p:nvPr>
        </p:nvSpPr>
        <p:spPr>
          <a:xfrm>
            <a:off x="338280" y="5179052"/>
            <a:ext cx="11529404" cy="1136024"/>
          </a:xfrm>
          <a:prstGeom prst="rect">
            <a:avLst/>
          </a:prstGeom>
          <a:solidFill>
            <a:schemeClr val="bg1">
              <a:lumMod val="95000"/>
            </a:schemeClr>
          </a:solidFill>
          <a:ln>
            <a:solidFill>
              <a:schemeClr val="bg1">
                <a:lumMod val="85000"/>
              </a:schemeClr>
            </a:solidFill>
          </a:ln>
        </p:spPr>
        <p:txBody>
          <a:bodyPr lIns="180000" tIns="108000" rIns="108000"/>
          <a:lstStyle>
            <a:lvl1pPr marL="0" indent="0">
              <a:lnSpc>
                <a:spcPct val="120000"/>
              </a:lnSpc>
              <a:buNone/>
              <a:defRPr sz="1800" b="1">
                <a:solidFill>
                  <a:srgbClr val="033865"/>
                </a:solidFill>
              </a:defRPr>
            </a:lvl1pPr>
          </a:lstStyle>
          <a:p>
            <a:pPr lvl="0"/>
            <a:endParaRPr kumimoji="1" lang="ja-JP" altLang="en-US"/>
          </a:p>
        </p:txBody>
      </p:sp>
      <p:sp>
        <p:nvSpPr>
          <p:cNvPr id="10" name="テキスト プレースホルダー 8">
            <a:extLst>
              <a:ext uri="{FF2B5EF4-FFF2-40B4-BE49-F238E27FC236}">
                <a16:creationId xmlns:a16="http://schemas.microsoft.com/office/drawing/2014/main" id="{73152844-286F-F818-498C-07A2C69D6D6D}"/>
              </a:ext>
            </a:extLst>
          </p:cNvPr>
          <p:cNvSpPr>
            <a:spLocks noGrp="1"/>
          </p:cNvSpPr>
          <p:nvPr>
            <p:ph type="body" sz="quarter" idx="11"/>
          </p:nvPr>
        </p:nvSpPr>
        <p:spPr>
          <a:xfrm>
            <a:off x="338282" y="858937"/>
            <a:ext cx="11529404" cy="504000"/>
          </a:xfrm>
          <a:prstGeom prst="rect">
            <a:avLst/>
          </a:prstGeom>
        </p:spPr>
        <p:txBody>
          <a:bodyPr anchor="t" anchorCtr="0"/>
          <a:lstStyle>
            <a:lvl1pPr marL="228600" indent="-228600">
              <a:lnSpc>
                <a:spcPct val="120000"/>
              </a:lnSpc>
              <a:spcBef>
                <a:spcPts val="0"/>
              </a:spcBef>
              <a:buFont typeface="Wingdings" panose="05000000000000000000" pitchFamily="2" charset="2"/>
              <a:buChar char="n"/>
              <a:defRPr sz="2400" b="1">
                <a:solidFill>
                  <a:srgbClr val="033865"/>
                </a:solidFill>
              </a:defRPr>
            </a:lvl1pPr>
          </a:lstStyle>
          <a:p>
            <a:pPr lvl="0"/>
            <a:r>
              <a:rPr kumimoji="1" lang="ja-JP" altLang="en-US"/>
              <a:t>マスター テキストの書式設定</a:t>
            </a:r>
          </a:p>
        </p:txBody>
      </p:sp>
    </p:spTree>
    <p:extLst>
      <p:ext uri="{BB962C8B-B14F-4D97-AF65-F5344CB8AC3E}">
        <p14:creationId xmlns:p14="http://schemas.microsoft.com/office/powerpoint/2010/main" val="2484983127"/>
      </p:ext>
    </p:extLst>
  </p:cSld>
  <p:clrMapOvr>
    <a:masterClrMapping/>
  </p:clrMapOvr>
  <p:extLst>
    <p:ext uri="{DCECCB84-F9BA-43D5-87BE-67443E8EF086}">
      <p15:sldGuideLst xmlns:p15="http://schemas.microsoft.com/office/powerpoint/2012/main">
        <p15:guide id="2" orient="horz" pos="2387">
          <p15:clr>
            <a:srgbClr val="FBAE40"/>
          </p15:clr>
        </p15:guide>
        <p15:guide id="3" orient="horz" pos="3974">
          <p15:clr>
            <a:srgbClr val="FBAE40"/>
          </p15:clr>
        </p15:guide>
        <p15:guide id="4" orient="horz" pos="799">
          <p15:clr>
            <a:srgbClr val="FBAE40"/>
          </p15:clr>
        </p15:guide>
        <p15:guide id="5" pos="4861">
          <p15:clr>
            <a:srgbClr val="FBAE40"/>
          </p15:clr>
        </p15:guide>
        <p15:guide id="6" pos="4997">
          <p15:clr>
            <a:srgbClr val="FBAE40"/>
          </p15:clr>
        </p15:guide>
        <p15:guide id="7" pos="7310">
          <p15:clr>
            <a:srgbClr val="FBAE40"/>
          </p15:clr>
        </p15:guide>
        <p15:guide id="8" pos="370">
          <p15:clr>
            <a:srgbClr val="FBAE40"/>
          </p15:clr>
        </p15:guide>
        <p15:guide id="9" pos="2615">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基本：3BOX③">
    <p:spTree>
      <p:nvGrpSpPr>
        <p:cNvPr id="1" name=""/>
        <p:cNvGrpSpPr/>
        <p:nvPr/>
      </p:nvGrpSpPr>
      <p:grpSpPr>
        <a:xfrm>
          <a:off x="0" y="0"/>
          <a:ext cx="0" cy="0"/>
          <a:chOff x="0" y="0"/>
          <a:chExt cx="0" cy="0"/>
        </a:xfrm>
      </p:grpSpPr>
      <p:sp>
        <p:nvSpPr>
          <p:cNvPr id="3" name="タイトル 3">
            <a:extLst>
              <a:ext uri="{FF2B5EF4-FFF2-40B4-BE49-F238E27FC236}">
                <a16:creationId xmlns:a16="http://schemas.microsoft.com/office/drawing/2014/main" id="{37692E47-0CC4-85D5-F7DC-8B9E3C92182F}"/>
              </a:ext>
            </a:extLst>
          </p:cNvPr>
          <p:cNvSpPr>
            <a:spLocks noGrp="1"/>
          </p:cNvSpPr>
          <p:nvPr>
            <p:ph type="title"/>
          </p:nvPr>
        </p:nvSpPr>
        <p:spPr>
          <a:xfrm>
            <a:off x="338282" y="195409"/>
            <a:ext cx="10222213" cy="4801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noAutofit/>
          </a:bodyPr>
          <a:lstStyle>
            <a:lvl1pPr>
              <a:defRPr lang="ja-JP" altLang="en-US" sz="2800" b="1" baseline="0">
                <a:solidFill>
                  <a:srgbClr val="033865"/>
                </a:solidFill>
                <a:latin typeface="Helvetica" panose="020B0604020202020204" pitchFamily="34" charset="0"/>
                <a:ea typeface="BIZ UDPゴシック" panose="020B0400000000000000" pitchFamily="50" charset="-128"/>
              </a:defRPr>
            </a:lvl1pPr>
          </a:lstStyle>
          <a:p>
            <a:pPr lvl="0"/>
            <a:r>
              <a:rPr kumimoji="1" lang="ja-JP" altLang="en-US" noProof="0"/>
              <a:t>マスター タイトルの書式設定</a:t>
            </a:r>
          </a:p>
        </p:txBody>
      </p:sp>
      <p:sp>
        <p:nvSpPr>
          <p:cNvPr id="2" name="正方形/長方形 1">
            <a:extLst>
              <a:ext uri="{FF2B5EF4-FFF2-40B4-BE49-F238E27FC236}">
                <a16:creationId xmlns:a16="http://schemas.microsoft.com/office/drawing/2014/main" id="{9C4BB6D7-2266-F9DE-0459-07E0BA69D3B0}"/>
              </a:ext>
            </a:extLst>
          </p:cNvPr>
          <p:cNvSpPr/>
          <p:nvPr userDrawn="1"/>
        </p:nvSpPr>
        <p:spPr>
          <a:xfrm>
            <a:off x="-1" y="761839"/>
            <a:ext cx="12193200" cy="10800"/>
          </a:xfrm>
          <a:prstGeom prst="rect">
            <a:avLst/>
          </a:prstGeom>
          <a:gradFill>
            <a:gsLst>
              <a:gs pos="100000">
                <a:srgbClr val="003965"/>
              </a:gs>
              <a:gs pos="0">
                <a:srgbClr val="0086C5"/>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endParaRPr kumimoji="1" lang="ja-JP" altLang="en-US" sz="2000" b="1">
              <a:solidFill>
                <a:schemeClr val="bg1"/>
              </a:solidFill>
              <a:latin typeface="BIZ UDPゴシック" panose="020B0400000000000000" pitchFamily="50" charset="-128"/>
              <a:ea typeface="BIZ UDPゴシック" panose="020B0400000000000000" pitchFamily="50" charset="-128"/>
            </a:endParaRPr>
          </a:p>
        </p:txBody>
      </p:sp>
      <p:sp>
        <p:nvSpPr>
          <p:cNvPr id="8" name="スライド番号プレースホルダー 5">
            <a:extLst>
              <a:ext uri="{FF2B5EF4-FFF2-40B4-BE49-F238E27FC236}">
                <a16:creationId xmlns:a16="http://schemas.microsoft.com/office/drawing/2014/main" id="{78953F02-845C-3EBD-7885-3095A5548E7E}"/>
              </a:ext>
            </a:extLst>
          </p:cNvPr>
          <p:cNvSpPr txBox="1">
            <a:spLocks/>
          </p:cNvSpPr>
          <p:nvPr userDrawn="1"/>
        </p:nvSpPr>
        <p:spPr>
          <a:xfrm>
            <a:off x="11788041" y="6510540"/>
            <a:ext cx="403959" cy="365125"/>
          </a:xfrm>
          <a:prstGeom prst="rect">
            <a:avLst/>
          </a:prstGeom>
        </p:spPr>
        <p:txBody>
          <a:bodyPr vert="horz" wrap="square" lIns="91440" tIns="45720" rIns="91440" bIns="45720" rtlCol="0" anchor="ctr" anchorCtr="1">
            <a:noAutofit/>
          </a:bodyPr>
          <a:lstStyle>
            <a:defPPr>
              <a:defRPr lang="ja-JP"/>
            </a:defPPr>
            <a:lvl1pPr marL="0" algn="r" defTabSz="914400" rtl="0" eaLnBrk="1" latinLnBrk="0" hangingPunct="1">
              <a:defRPr kumimoji="1" sz="1200" kern="1200">
                <a:solidFill>
                  <a:schemeClr val="tx1">
                    <a:tint val="82000"/>
                  </a:schemeClr>
                </a:solidFill>
                <a:latin typeface="Helvetica" panose="020B0604020202020204" pitchFamily="34" charset="0"/>
                <a:ea typeface="BIZ UDPゴシック" panose="020B0400000000000000"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DD5ACCE-99FC-439C-B6F0-DA1395226501}" type="slidenum">
              <a:rPr lang="ja-JP" altLang="en-US" smtClean="0">
                <a:solidFill>
                  <a:srgbClr val="033865"/>
                </a:solidFill>
              </a:rPr>
              <a:pPr/>
              <a:t>‹#›</a:t>
            </a:fld>
            <a:endParaRPr lang="ja-JP" altLang="en-US">
              <a:solidFill>
                <a:srgbClr val="033865"/>
              </a:solidFill>
            </a:endParaRPr>
          </a:p>
        </p:txBody>
      </p:sp>
      <p:sp>
        <p:nvSpPr>
          <p:cNvPr id="7" name="テキスト プレースホルダー 11">
            <a:extLst>
              <a:ext uri="{FF2B5EF4-FFF2-40B4-BE49-F238E27FC236}">
                <a16:creationId xmlns:a16="http://schemas.microsoft.com/office/drawing/2014/main" id="{8BDD3F6D-D385-812B-1ECE-4E40BE094159}"/>
              </a:ext>
            </a:extLst>
          </p:cNvPr>
          <p:cNvSpPr>
            <a:spLocks noGrp="1"/>
          </p:cNvSpPr>
          <p:nvPr>
            <p:ph type="body" sz="quarter" idx="18"/>
          </p:nvPr>
        </p:nvSpPr>
        <p:spPr>
          <a:xfrm>
            <a:off x="338282" y="1973699"/>
            <a:ext cx="3600000" cy="496635"/>
          </a:xfrm>
          <a:prstGeom prst="round2SameRect">
            <a:avLst>
              <a:gd name="adj1" fmla="val 10913"/>
              <a:gd name="adj2" fmla="val 0"/>
            </a:avLst>
          </a:prstGeom>
          <a:solidFill>
            <a:srgbClr val="033865"/>
          </a:solidFill>
          <a:ln>
            <a:noFill/>
          </a:ln>
        </p:spPr>
        <p:txBody>
          <a:bodyPr lIns="180000" tIns="108000" rIns="108000" bIns="108000" anchor="t" anchorCtr="0"/>
          <a:lstStyle>
            <a:lvl1pPr marL="0" indent="0" algn="ctr">
              <a:buNone/>
              <a:defRPr sz="2000" b="1">
                <a:solidFill>
                  <a:schemeClr val="bg1"/>
                </a:solidFill>
              </a:defRPr>
            </a:lvl1pPr>
          </a:lstStyle>
          <a:p>
            <a:pPr lvl="0"/>
            <a:endParaRPr kumimoji="1" lang="ja-JP" altLang="en-US"/>
          </a:p>
        </p:txBody>
      </p:sp>
      <p:sp>
        <p:nvSpPr>
          <p:cNvPr id="6" name="テキスト プレースホルダー 11">
            <a:extLst>
              <a:ext uri="{FF2B5EF4-FFF2-40B4-BE49-F238E27FC236}">
                <a16:creationId xmlns:a16="http://schemas.microsoft.com/office/drawing/2014/main" id="{639E2BD8-237D-AD03-6F39-178484A3207E}"/>
              </a:ext>
            </a:extLst>
          </p:cNvPr>
          <p:cNvSpPr>
            <a:spLocks noGrp="1"/>
          </p:cNvSpPr>
          <p:nvPr>
            <p:ph type="body" sz="quarter" idx="13"/>
          </p:nvPr>
        </p:nvSpPr>
        <p:spPr>
          <a:xfrm>
            <a:off x="338282" y="2470334"/>
            <a:ext cx="3600000" cy="3116645"/>
          </a:xfrm>
          <a:prstGeom prst="rect">
            <a:avLst/>
          </a:prstGeom>
          <a:solidFill>
            <a:schemeClr val="bg1">
              <a:lumMod val="95000"/>
            </a:schemeClr>
          </a:solidFill>
          <a:ln>
            <a:solidFill>
              <a:schemeClr val="bg1">
                <a:lumMod val="85000"/>
              </a:schemeClr>
            </a:solidFill>
          </a:ln>
        </p:spPr>
        <p:txBody>
          <a:bodyPr lIns="180000" tIns="108000" rIns="108000"/>
          <a:lstStyle>
            <a:lvl1pPr marL="0" indent="0">
              <a:lnSpc>
                <a:spcPct val="120000"/>
              </a:lnSpc>
              <a:buNone/>
              <a:defRPr sz="1800" b="1">
                <a:solidFill>
                  <a:srgbClr val="033865"/>
                </a:solidFill>
              </a:defRPr>
            </a:lvl1pPr>
          </a:lstStyle>
          <a:p>
            <a:pPr lvl="0"/>
            <a:endParaRPr kumimoji="1" lang="ja-JP" altLang="en-US"/>
          </a:p>
        </p:txBody>
      </p:sp>
      <p:sp>
        <p:nvSpPr>
          <p:cNvPr id="5" name="テキスト プレースホルダー 11">
            <a:extLst>
              <a:ext uri="{FF2B5EF4-FFF2-40B4-BE49-F238E27FC236}">
                <a16:creationId xmlns:a16="http://schemas.microsoft.com/office/drawing/2014/main" id="{CD37EB62-5F2E-4AC5-7EFC-FCDD6082701A}"/>
              </a:ext>
            </a:extLst>
          </p:cNvPr>
          <p:cNvSpPr>
            <a:spLocks noGrp="1"/>
          </p:cNvSpPr>
          <p:nvPr>
            <p:ph type="body" sz="quarter" idx="19"/>
          </p:nvPr>
        </p:nvSpPr>
        <p:spPr>
          <a:xfrm>
            <a:off x="4302984" y="1973699"/>
            <a:ext cx="3600000" cy="496635"/>
          </a:xfrm>
          <a:prstGeom prst="round2SameRect">
            <a:avLst>
              <a:gd name="adj1" fmla="val 10913"/>
              <a:gd name="adj2" fmla="val 0"/>
            </a:avLst>
          </a:prstGeom>
          <a:solidFill>
            <a:srgbClr val="033865"/>
          </a:solidFill>
          <a:ln>
            <a:noFill/>
          </a:ln>
        </p:spPr>
        <p:txBody>
          <a:bodyPr lIns="180000" tIns="108000" rIns="108000" bIns="108000" anchor="t" anchorCtr="0"/>
          <a:lstStyle>
            <a:lvl1pPr marL="0" indent="0" algn="ctr">
              <a:buNone/>
              <a:defRPr sz="2000" b="1">
                <a:solidFill>
                  <a:schemeClr val="bg1"/>
                </a:solidFill>
              </a:defRPr>
            </a:lvl1pPr>
          </a:lstStyle>
          <a:p>
            <a:pPr lvl="0"/>
            <a:endParaRPr kumimoji="1" lang="ja-JP" altLang="en-US"/>
          </a:p>
        </p:txBody>
      </p:sp>
      <p:sp>
        <p:nvSpPr>
          <p:cNvPr id="14" name="テキスト プレースホルダー 11">
            <a:extLst>
              <a:ext uri="{FF2B5EF4-FFF2-40B4-BE49-F238E27FC236}">
                <a16:creationId xmlns:a16="http://schemas.microsoft.com/office/drawing/2014/main" id="{BAB74658-E3C5-CAD5-0C8A-DCB308FC1C16}"/>
              </a:ext>
            </a:extLst>
          </p:cNvPr>
          <p:cNvSpPr>
            <a:spLocks noGrp="1"/>
          </p:cNvSpPr>
          <p:nvPr>
            <p:ph type="body" sz="quarter" idx="20"/>
          </p:nvPr>
        </p:nvSpPr>
        <p:spPr>
          <a:xfrm>
            <a:off x="4302984" y="2470334"/>
            <a:ext cx="3600000" cy="3116645"/>
          </a:xfrm>
          <a:prstGeom prst="rect">
            <a:avLst/>
          </a:prstGeom>
          <a:solidFill>
            <a:schemeClr val="bg1">
              <a:lumMod val="95000"/>
            </a:schemeClr>
          </a:solidFill>
          <a:ln>
            <a:solidFill>
              <a:schemeClr val="bg1">
                <a:lumMod val="85000"/>
              </a:schemeClr>
            </a:solidFill>
          </a:ln>
        </p:spPr>
        <p:txBody>
          <a:bodyPr lIns="180000" tIns="108000" rIns="108000"/>
          <a:lstStyle>
            <a:lvl1pPr marL="0" indent="0">
              <a:lnSpc>
                <a:spcPct val="120000"/>
              </a:lnSpc>
              <a:buNone/>
              <a:defRPr sz="1800" b="1">
                <a:solidFill>
                  <a:srgbClr val="033865"/>
                </a:solidFill>
              </a:defRPr>
            </a:lvl1pPr>
          </a:lstStyle>
          <a:p>
            <a:pPr lvl="0"/>
            <a:endParaRPr kumimoji="1" lang="ja-JP" altLang="en-US"/>
          </a:p>
        </p:txBody>
      </p:sp>
      <p:sp>
        <p:nvSpPr>
          <p:cNvPr id="15" name="テキスト プレースホルダー 11">
            <a:extLst>
              <a:ext uri="{FF2B5EF4-FFF2-40B4-BE49-F238E27FC236}">
                <a16:creationId xmlns:a16="http://schemas.microsoft.com/office/drawing/2014/main" id="{46DE2762-7A77-FC17-AA15-EB64D59CA57A}"/>
              </a:ext>
            </a:extLst>
          </p:cNvPr>
          <p:cNvSpPr>
            <a:spLocks noGrp="1"/>
          </p:cNvSpPr>
          <p:nvPr>
            <p:ph type="body" sz="quarter" idx="21"/>
          </p:nvPr>
        </p:nvSpPr>
        <p:spPr>
          <a:xfrm>
            <a:off x="8267686" y="1964107"/>
            <a:ext cx="3600000" cy="496635"/>
          </a:xfrm>
          <a:prstGeom prst="round2SameRect">
            <a:avLst>
              <a:gd name="adj1" fmla="val 10913"/>
              <a:gd name="adj2" fmla="val 0"/>
            </a:avLst>
          </a:prstGeom>
          <a:solidFill>
            <a:srgbClr val="033865"/>
          </a:solidFill>
          <a:ln>
            <a:noFill/>
          </a:ln>
        </p:spPr>
        <p:txBody>
          <a:bodyPr lIns="180000" tIns="108000" rIns="108000" bIns="108000" anchor="t" anchorCtr="0"/>
          <a:lstStyle>
            <a:lvl1pPr marL="0" indent="0" algn="ctr">
              <a:buNone/>
              <a:defRPr sz="2000" b="1">
                <a:solidFill>
                  <a:schemeClr val="bg1"/>
                </a:solidFill>
              </a:defRPr>
            </a:lvl1pPr>
          </a:lstStyle>
          <a:p>
            <a:pPr lvl="0"/>
            <a:endParaRPr kumimoji="1" lang="ja-JP" altLang="en-US"/>
          </a:p>
        </p:txBody>
      </p:sp>
      <p:sp>
        <p:nvSpPr>
          <p:cNvPr id="16" name="テキスト プレースホルダー 11">
            <a:extLst>
              <a:ext uri="{FF2B5EF4-FFF2-40B4-BE49-F238E27FC236}">
                <a16:creationId xmlns:a16="http://schemas.microsoft.com/office/drawing/2014/main" id="{5D8BB5B9-81CF-1ECA-CBB1-6A68DEE64228}"/>
              </a:ext>
            </a:extLst>
          </p:cNvPr>
          <p:cNvSpPr>
            <a:spLocks noGrp="1"/>
          </p:cNvSpPr>
          <p:nvPr>
            <p:ph type="body" sz="quarter" idx="22"/>
          </p:nvPr>
        </p:nvSpPr>
        <p:spPr>
          <a:xfrm>
            <a:off x="8267686" y="2460742"/>
            <a:ext cx="3600000" cy="3116645"/>
          </a:xfrm>
          <a:prstGeom prst="rect">
            <a:avLst/>
          </a:prstGeom>
          <a:solidFill>
            <a:schemeClr val="bg1">
              <a:lumMod val="95000"/>
            </a:schemeClr>
          </a:solidFill>
          <a:ln>
            <a:solidFill>
              <a:schemeClr val="bg1">
                <a:lumMod val="85000"/>
              </a:schemeClr>
            </a:solidFill>
          </a:ln>
        </p:spPr>
        <p:txBody>
          <a:bodyPr lIns="180000" tIns="108000" rIns="108000"/>
          <a:lstStyle>
            <a:lvl1pPr marL="0" indent="0">
              <a:lnSpc>
                <a:spcPct val="120000"/>
              </a:lnSpc>
              <a:buNone/>
              <a:defRPr sz="1800" b="1">
                <a:solidFill>
                  <a:srgbClr val="033865"/>
                </a:solidFill>
              </a:defRPr>
            </a:lvl1pPr>
          </a:lstStyle>
          <a:p>
            <a:pPr lvl="0"/>
            <a:endParaRPr kumimoji="1" lang="ja-JP" altLang="en-US"/>
          </a:p>
        </p:txBody>
      </p:sp>
      <p:sp>
        <p:nvSpPr>
          <p:cNvPr id="9" name="テキスト プレースホルダー 8">
            <a:extLst>
              <a:ext uri="{FF2B5EF4-FFF2-40B4-BE49-F238E27FC236}">
                <a16:creationId xmlns:a16="http://schemas.microsoft.com/office/drawing/2014/main" id="{C23B0763-F8B6-8623-AFE4-CF4960DC71F1}"/>
              </a:ext>
            </a:extLst>
          </p:cNvPr>
          <p:cNvSpPr>
            <a:spLocks noGrp="1"/>
          </p:cNvSpPr>
          <p:nvPr>
            <p:ph type="body" sz="quarter" idx="11"/>
          </p:nvPr>
        </p:nvSpPr>
        <p:spPr>
          <a:xfrm>
            <a:off x="338282" y="858937"/>
            <a:ext cx="11529404" cy="504000"/>
          </a:xfrm>
          <a:prstGeom prst="rect">
            <a:avLst/>
          </a:prstGeom>
        </p:spPr>
        <p:txBody>
          <a:bodyPr anchor="t" anchorCtr="0"/>
          <a:lstStyle>
            <a:lvl1pPr marL="228600" indent="-228600">
              <a:lnSpc>
                <a:spcPct val="120000"/>
              </a:lnSpc>
              <a:spcBef>
                <a:spcPts val="0"/>
              </a:spcBef>
              <a:buFont typeface="Wingdings" panose="05000000000000000000" pitchFamily="2" charset="2"/>
              <a:buChar char="n"/>
              <a:defRPr sz="2400" b="1">
                <a:solidFill>
                  <a:srgbClr val="033865"/>
                </a:solidFill>
              </a:defRPr>
            </a:lvl1pPr>
          </a:lstStyle>
          <a:p>
            <a:pPr lvl="0"/>
            <a:r>
              <a:rPr kumimoji="1" lang="ja-JP" altLang="en-US"/>
              <a:t>マスター テキストの書式設定</a:t>
            </a:r>
          </a:p>
        </p:txBody>
      </p:sp>
    </p:spTree>
    <p:extLst>
      <p:ext uri="{BB962C8B-B14F-4D97-AF65-F5344CB8AC3E}">
        <p14:creationId xmlns:p14="http://schemas.microsoft.com/office/powerpoint/2010/main" val="1211613849"/>
      </p:ext>
    </p:extLst>
  </p:cSld>
  <p:clrMapOvr>
    <a:masterClrMapping/>
  </p:clrMapOvr>
  <p:extLst>
    <p:ext uri="{DCECCB84-F9BA-43D5-87BE-67443E8EF086}">
      <p15:sldGuideLst xmlns:p15="http://schemas.microsoft.com/office/powerpoint/2012/main">
        <p15:guide id="2" orient="horz" pos="2387">
          <p15:clr>
            <a:srgbClr val="FBAE40"/>
          </p15:clr>
        </p15:guide>
        <p15:guide id="3" orient="horz" pos="3974">
          <p15:clr>
            <a:srgbClr val="FBAE40"/>
          </p15:clr>
        </p15:guide>
        <p15:guide id="4" orient="horz" pos="799">
          <p15:clr>
            <a:srgbClr val="FBAE40"/>
          </p15:clr>
        </p15:guide>
        <p15:guide id="5" pos="4861">
          <p15:clr>
            <a:srgbClr val="FBAE40"/>
          </p15:clr>
        </p15:guide>
        <p15:guide id="6" pos="4997">
          <p15:clr>
            <a:srgbClr val="FBAE40"/>
          </p15:clr>
        </p15:guide>
        <p15:guide id="7" pos="7310">
          <p15:clr>
            <a:srgbClr val="FBAE40"/>
          </p15:clr>
        </p15:guide>
        <p15:guide id="8" pos="370">
          <p15:clr>
            <a:srgbClr val="FBAE40"/>
          </p15:clr>
        </p15:guide>
        <p15:guide id="9" pos="2615">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基本：4BOX">
    <p:spTree>
      <p:nvGrpSpPr>
        <p:cNvPr id="1" name=""/>
        <p:cNvGrpSpPr/>
        <p:nvPr/>
      </p:nvGrpSpPr>
      <p:grpSpPr>
        <a:xfrm>
          <a:off x="0" y="0"/>
          <a:ext cx="0" cy="0"/>
          <a:chOff x="0" y="0"/>
          <a:chExt cx="0" cy="0"/>
        </a:xfrm>
      </p:grpSpPr>
      <p:sp>
        <p:nvSpPr>
          <p:cNvPr id="3" name="タイトル 3">
            <a:extLst>
              <a:ext uri="{FF2B5EF4-FFF2-40B4-BE49-F238E27FC236}">
                <a16:creationId xmlns:a16="http://schemas.microsoft.com/office/drawing/2014/main" id="{37692E47-0CC4-85D5-F7DC-8B9E3C92182F}"/>
              </a:ext>
            </a:extLst>
          </p:cNvPr>
          <p:cNvSpPr>
            <a:spLocks noGrp="1"/>
          </p:cNvSpPr>
          <p:nvPr>
            <p:ph type="title"/>
          </p:nvPr>
        </p:nvSpPr>
        <p:spPr>
          <a:xfrm>
            <a:off x="338282" y="195409"/>
            <a:ext cx="10222213" cy="4801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noAutofit/>
          </a:bodyPr>
          <a:lstStyle>
            <a:lvl1pPr>
              <a:defRPr lang="ja-JP" altLang="en-US" sz="2800" b="1" baseline="0">
                <a:solidFill>
                  <a:srgbClr val="033865"/>
                </a:solidFill>
                <a:latin typeface="Helvetica" panose="020B0604020202020204" pitchFamily="34" charset="0"/>
                <a:ea typeface="BIZ UDPゴシック" panose="020B0400000000000000" pitchFamily="50" charset="-128"/>
              </a:defRPr>
            </a:lvl1pPr>
          </a:lstStyle>
          <a:p>
            <a:pPr lvl="0"/>
            <a:r>
              <a:rPr kumimoji="1" lang="ja-JP" altLang="en-US" noProof="0"/>
              <a:t>マスター タイトルの書式設定</a:t>
            </a:r>
          </a:p>
        </p:txBody>
      </p:sp>
      <p:sp>
        <p:nvSpPr>
          <p:cNvPr id="2" name="正方形/長方形 1">
            <a:extLst>
              <a:ext uri="{FF2B5EF4-FFF2-40B4-BE49-F238E27FC236}">
                <a16:creationId xmlns:a16="http://schemas.microsoft.com/office/drawing/2014/main" id="{9C4BB6D7-2266-F9DE-0459-07E0BA69D3B0}"/>
              </a:ext>
            </a:extLst>
          </p:cNvPr>
          <p:cNvSpPr/>
          <p:nvPr userDrawn="1"/>
        </p:nvSpPr>
        <p:spPr>
          <a:xfrm>
            <a:off x="-1" y="761839"/>
            <a:ext cx="12193200" cy="10800"/>
          </a:xfrm>
          <a:prstGeom prst="rect">
            <a:avLst/>
          </a:prstGeom>
          <a:gradFill>
            <a:gsLst>
              <a:gs pos="100000">
                <a:srgbClr val="003965"/>
              </a:gs>
              <a:gs pos="0">
                <a:srgbClr val="0086C5"/>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endParaRPr kumimoji="1" lang="ja-JP" altLang="en-US" sz="2000" b="1">
              <a:solidFill>
                <a:schemeClr val="bg1"/>
              </a:solidFill>
              <a:latin typeface="BIZ UDPゴシック" panose="020B0400000000000000" pitchFamily="50" charset="-128"/>
              <a:ea typeface="BIZ UDPゴシック" panose="020B0400000000000000" pitchFamily="50" charset="-128"/>
            </a:endParaRPr>
          </a:p>
        </p:txBody>
      </p:sp>
      <p:sp>
        <p:nvSpPr>
          <p:cNvPr id="8" name="スライド番号プレースホルダー 5">
            <a:extLst>
              <a:ext uri="{FF2B5EF4-FFF2-40B4-BE49-F238E27FC236}">
                <a16:creationId xmlns:a16="http://schemas.microsoft.com/office/drawing/2014/main" id="{78953F02-845C-3EBD-7885-3095A5548E7E}"/>
              </a:ext>
            </a:extLst>
          </p:cNvPr>
          <p:cNvSpPr txBox="1">
            <a:spLocks/>
          </p:cNvSpPr>
          <p:nvPr userDrawn="1"/>
        </p:nvSpPr>
        <p:spPr>
          <a:xfrm>
            <a:off x="11788041" y="6510540"/>
            <a:ext cx="403959" cy="365125"/>
          </a:xfrm>
          <a:prstGeom prst="rect">
            <a:avLst/>
          </a:prstGeom>
        </p:spPr>
        <p:txBody>
          <a:bodyPr vert="horz" wrap="square" lIns="91440" tIns="45720" rIns="91440" bIns="45720" rtlCol="0" anchor="ctr" anchorCtr="1">
            <a:noAutofit/>
          </a:bodyPr>
          <a:lstStyle>
            <a:defPPr>
              <a:defRPr lang="ja-JP"/>
            </a:defPPr>
            <a:lvl1pPr marL="0" algn="r" defTabSz="914400" rtl="0" eaLnBrk="1" latinLnBrk="0" hangingPunct="1">
              <a:defRPr kumimoji="1" sz="1200" kern="1200">
                <a:solidFill>
                  <a:schemeClr val="tx1">
                    <a:tint val="82000"/>
                  </a:schemeClr>
                </a:solidFill>
                <a:latin typeface="Helvetica" panose="020B0604020202020204" pitchFamily="34" charset="0"/>
                <a:ea typeface="BIZ UDPゴシック" panose="020B0400000000000000"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DD5ACCE-99FC-439C-B6F0-DA1395226501}" type="slidenum">
              <a:rPr lang="ja-JP" altLang="en-US" smtClean="0">
                <a:solidFill>
                  <a:srgbClr val="033865"/>
                </a:solidFill>
              </a:rPr>
              <a:pPr/>
              <a:t>‹#›</a:t>
            </a:fld>
            <a:endParaRPr lang="ja-JP" altLang="en-US">
              <a:solidFill>
                <a:srgbClr val="033865"/>
              </a:solidFill>
            </a:endParaRPr>
          </a:p>
        </p:txBody>
      </p:sp>
      <p:sp>
        <p:nvSpPr>
          <p:cNvPr id="10" name="テキスト プレースホルダー 8">
            <a:extLst>
              <a:ext uri="{FF2B5EF4-FFF2-40B4-BE49-F238E27FC236}">
                <a16:creationId xmlns:a16="http://schemas.microsoft.com/office/drawing/2014/main" id="{10037309-8166-31B5-5D26-45D51E3D7EE6}"/>
              </a:ext>
            </a:extLst>
          </p:cNvPr>
          <p:cNvSpPr>
            <a:spLocks noGrp="1"/>
          </p:cNvSpPr>
          <p:nvPr>
            <p:ph type="body" sz="quarter" idx="11"/>
          </p:nvPr>
        </p:nvSpPr>
        <p:spPr>
          <a:xfrm>
            <a:off x="338282" y="858937"/>
            <a:ext cx="11529404" cy="504000"/>
          </a:xfrm>
          <a:prstGeom prst="rect">
            <a:avLst/>
          </a:prstGeom>
        </p:spPr>
        <p:txBody>
          <a:bodyPr anchor="t" anchorCtr="0"/>
          <a:lstStyle>
            <a:lvl1pPr marL="228600" indent="-228600">
              <a:lnSpc>
                <a:spcPct val="120000"/>
              </a:lnSpc>
              <a:spcBef>
                <a:spcPts val="0"/>
              </a:spcBef>
              <a:buFont typeface="Wingdings" panose="05000000000000000000" pitchFamily="2" charset="2"/>
              <a:buChar char="n"/>
              <a:defRPr sz="2400" b="1">
                <a:solidFill>
                  <a:srgbClr val="033865"/>
                </a:solidFill>
              </a:defRPr>
            </a:lvl1pPr>
          </a:lstStyle>
          <a:p>
            <a:pPr lvl="0"/>
            <a:r>
              <a:rPr kumimoji="1" lang="ja-JP" altLang="en-US"/>
              <a:t>マスター テキストの書式設定</a:t>
            </a:r>
          </a:p>
        </p:txBody>
      </p:sp>
      <p:sp>
        <p:nvSpPr>
          <p:cNvPr id="19" name="テキスト プレースホルダー 11">
            <a:extLst>
              <a:ext uri="{FF2B5EF4-FFF2-40B4-BE49-F238E27FC236}">
                <a16:creationId xmlns:a16="http://schemas.microsoft.com/office/drawing/2014/main" id="{DAE54FAE-B19B-9910-F82D-79EBADD6CC11}"/>
              </a:ext>
            </a:extLst>
          </p:cNvPr>
          <p:cNvSpPr>
            <a:spLocks noGrp="1"/>
          </p:cNvSpPr>
          <p:nvPr>
            <p:ph type="body" sz="quarter" idx="13"/>
          </p:nvPr>
        </p:nvSpPr>
        <p:spPr>
          <a:xfrm>
            <a:off x="321262" y="1503405"/>
            <a:ext cx="5641388" cy="2401160"/>
          </a:xfrm>
          <a:prstGeom prst="rect">
            <a:avLst/>
          </a:prstGeom>
          <a:solidFill>
            <a:srgbClr val="E7F0F9"/>
          </a:solidFill>
          <a:ln>
            <a:solidFill>
              <a:schemeClr val="bg1">
                <a:lumMod val="85000"/>
              </a:schemeClr>
            </a:solidFill>
          </a:ln>
        </p:spPr>
        <p:txBody>
          <a:bodyPr lIns="180000" tIns="144000" rIns="108000"/>
          <a:lstStyle>
            <a:lvl1pPr marL="0" indent="0">
              <a:buNone/>
              <a:defRPr sz="1800" b="1">
                <a:solidFill>
                  <a:srgbClr val="033865"/>
                </a:solidFill>
              </a:defRPr>
            </a:lvl1pPr>
          </a:lstStyle>
          <a:p>
            <a:pPr lvl="0"/>
            <a:endParaRPr kumimoji="1" lang="ja-JP" altLang="en-US"/>
          </a:p>
        </p:txBody>
      </p:sp>
      <p:sp>
        <p:nvSpPr>
          <p:cNvPr id="23" name="テキスト プレースホルダー 11">
            <a:extLst>
              <a:ext uri="{FF2B5EF4-FFF2-40B4-BE49-F238E27FC236}">
                <a16:creationId xmlns:a16="http://schemas.microsoft.com/office/drawing/2014/main" id="{56203579-E130-A0F8-8D2B-2A20B8C556C2}"/>
              </a:ext>
            </a:extLst>
          </p:cNvPr>
          <p:cNvSpPr>
            <a:spLocks noGrp="1"/>
          </p:cNvSpPr>
          <p:nvPr>
            <p:ph type="body" sz="quarter" idx="15"/>
          </p:nvPr>
        </p:nvSpPr>
        <p:spPr>
          <a:xfrm>
            <a:off x="486935" y="2017666"/>
            <a:ext cx="5310043" cy="1719329"/>
          </a:xfrm>
          <a:prstGeom prst="rect">
            <a:avLst/>
          </a:prstGeom>
          <a:solidFill>
            <a:schemeClr val="bg1"/>
          </a:solidFill>
          <a:ln>
            <a:noFill/>
          </a:ln>
        </p:spPr>
        <p:txBody>
          <a:bodyPr lIns="144000" tIns="108000" rIns="108000" bIns="108000"/>
          <a:lstStyle>
            <a:lvl1pPr marL="0" indent="0">
              <a:lnSpc>
                <a:spcPct val="120000"/>
              </a:lnSpc>
              <a:buNone/>
              <a:defRPr sz="1200" b="0">
                <a:solidFill>
                  <a:srgbClr val="033865"/>
                </a:solidFill>
              </a:defRPr>
            </a:lvl1pPr>
          </a:lstStyle>
          <a:p>
            <a:pPr lvl="0"/>
            <a:endParaRPr kumimoji="1" lang="ja-JP" altLang="en-US"/>
          </a:p>
        </p:txBody>
      </p:sp>
      <p:sp>
        <p:nvSpPr>
          <p:cNvPr id="24" name="テキスト プレースホルダー 11">
            <a:extLst>
              <a:ext uri="{FF2B5EF4-FFF2-40B4-BE49-F238E27FC236}">
                <a16:creationId xmlns:a16="http://schemas.microsoft.com/office/drawing/2014/main" id="{BED0A568-237E-6C84-3A7E-4DD6E99E8A07}"/>
              </a:ext>
            </a:extLst>
          </p:cNvPr>
          <p:cNvSpPr>
            <a:spLocks noGrp="1"/>
          </p:cNvSpPr>
          <p:nvPr>
            <p:ph type="body" sz="quarter" idx="16"/>
          </p:nvPr>
        </p:nvSpPr>
        <p:spPr>
          <a:xfrm>
            <a:off x="6226298" y="1503405"/>
            <a:ext cx="5641388" cy="2401160"/>
          </a:xfrm>
          <a:prstGeom prst="rect">
            <a:avLst/>
          </a:prstGeom>
          <a:solidFill>
            <a:srgbClr val="E7F0F9"/>
          </a:solidFill>
          <a:ln>
            <a:solidFill>
              <a:schemeClr val="bg1">
                <a:lumMod val="85000"/>
              </a:schemeClr>
            </a:solidFill>
          </a:ln>
        </p:spPr>
        <p:txBody>
          <a:bodyPr lIns="180000" tIns="144000" rIns="108000"/>
          <a:lstStyle>
            <a:lvl1pPr marL="0" indent="0">
              <a:buNone/>
              <a:defRPr sz="1800" b="1">
                <a:solidFill>
                  <a:srgbClr val="033865"/>
                </a:solidFill>
              </a:defRPr>
            </a:lvl1pPr>
          </a:lstStyle>
          <a:p>
            <a:pPr lvl="0"/>
            <a:endParaRPr kumimoji="1" lang="ja-JP" altLang="en-US"/>
          </a:p>
        </p:txBody>
      </p:sp>
      <p:sp>
        <p:nvSpPr>
          <p:cNvPr id="25" name="テキスト プレースホルダー 11">
            <a:extLst>
              <a:ext uri="{FF2B5EF4-FFF2-40B4-BE49-F238E27FC236}">
                <a16:creationId xmlns:a16="http://schemas.microsoft.com/office/drawing/2014/main" id="{9FE191D8-F326-D442-475E-748787644339}"/>
              </a:ext>
            </a:extLst>
          </p:cNvPr>
          <p:cNvSpPr>
            <a:spLocks noGrp="1"/>
          </p:cNvSpPr>
          <p:nvPr>
            <p:ph type="body" sz="quarter" idx="17"/>
          </p:nvPr>
        </p:nvSpPr>
        <p:spPr>
          <a:xfrm>
            <a:off x="6394779" y="2017666"/>
            <a:ext cx="5304427" cy="1719329"/>
          </a:xfrm>
          <a:prstGeom prst="rect">
            <a:avLst/>
          </a:prstGeom>
          <a:solidFill>
            <a:schemeClr val="bg1"/>
          </a:solidFill>
          <a:ln>
            <a:noFill/>
          </a:ln>
        </p:spPr>
        <p:txBody>
          <a:bodyPr lIns="144000" tIns="108000" rIns="108000" bIns="108000"/>
          <a:lstStyle>
            <a:lvl1pPr marL="0" indent="0">
              <a:lnSpc>
                <a:spcPct val="120000"/>
              </a:lnSpc>
              <a:buNone/>
              <a:defRPr sz="1200" b="0">
                <a:solidFill>
                  <a:srgbClr val="033865"/>
                </a:solidFill>
              </a:defRPr>
            </a:lvl1pPr>
          </a:lstStyle>
          <a:p>
            <a:pPr lvl="0"/>
            <a:endParaRPr kumimoji="1" lang="ja-JP" altLang="en-US"/>
          </a:p>
        </p:txBody>
      </p:sp>
      <p:sp>
        <p:nvSpPr>
          <p:cNvPr id="11" name="テキスト プレースホルダー 11">
            <a:extLst>
              <a:ext uri="{FF2B5EF4-FFF2-40B4-BE49-F238E27FC236}">
                <a16:creationId xmlns:a16="http://schemas.microsoft.com/office/drawing/2014/main" id="{53CC89EC-A55B-2174-6EA3-1AE159B69159}"/>
              </a:ext>
            </a:extLst>
          </p:cNvPr>
          <p:cNvSpPr>
            <a:spLocks noGrp="1"/>
          </p:cNvSpPr>
          <p:nvPr>
            <p:ph type="body" sz="quarter" idx="18"/>
          </p:nvPr>
        </p:nvSpPr>
        <p:spPr>
          <a:xfrm>
            <a:off x="321262" y="4109379"/>
            <a:ext cx="5641388" cy="2401160"/>
          </a:xfrm>
          <a:prstGeom prst="rect">
            <a:avLst/>
          </a:prstGeom>
          <a:solidFill>
            <a:srgbClr val="E7F0F9"/>
          </a:solidFill>
          <a:ln>
            <a:solidFill>
              <a:schemeClr val="bg1">
                <a:lumMod val="85000"/>
              </a:schemeClr>
            </a:solidFill>
          </a:ln>
        </p:spPr>
        <p:txBody>
          <a:bodyPr lIns="180000" tIns="144000" rIns="108000"/>
          <a:lstStyle>
            <a:lvl1pPr marL="0" indent="0">
              <a:buNone/>
              <a:defRPr sz="1800" b="1">
                <a:solidFill>
                  <a:srgbClr val="033865"/>
                </a:solidFill>
              </a:defRPr>
            </a:lvl1pPr>
          </a:lstStyle>
          <a:p>
            <a:pPr lvl="0"/>
            <a:endParaRPr kumimoji="1" lang="ja-JP" altLang="en-US"/>
          </a:p>
        </p:txBody>
      </p:sp>
      <p:sp>
        <p:nvSpPr>
          <p:cNvPr id="12" name="テキスト プレースホルダー 11">
            <a:extLst>
              <a:ext uri="{FF2B5EF4-FFF2-40B4-BE49-F238E27FC236}">
                <a16:creationId xmlns:a16="http://schemas.microsoft.com/office/drawing/2014/main" id="{B110FE43-4A18-CF95-151B-8FB4E3E756EB}"/>
              </a:ext>
            </a:extLst>
          </p:cNvPr>
          <p:cNvSpPr>
            <a:spLocks noGrp="1"/>
          </p:cNvSpPr>
          <p:nvPr>
            <p:ph type="body" sz="quarter" idx="19"/>
          </p:nvPr>
        </p:nvSpPr>
        <p:spPr>
          <a:xfrm>
            <a:off x="486935" y="4623640"/>
            <a:ext cx="5310043" cy="1719329"/>
          </a:xfrm>
          <a:prstGeom prst="rect">
            <a:avLst/>
          </a:prstGeom>
          <a:solidFill>
            <a:schemeClr val="bg1"/>
          </a:solidFill>
          <a:ln>
            <a:noFill/>
          </a:ln>
        </p:spPr>
        <p:txBody>
          <a:bodyPr lIns="144000" tIns="108000" rIns="108000" bIns="108000"/>
          <a:lstStyle>
            <a:lvl1pPr marL="0" indent="0">
              <a:lnSpc>
                <a:spcPct val="120000"/>
              </a:lnSpc>
              <a:buNone/>
              <a:defRPr sz="1200" b="0">
                <a:solidFill>
                  <a:srgbClr val="033865"/>
                </a:solidFill>
              </a:defRPr>
            </a:lvl1pPr>
          </a:lstStyle>
          <a:p>
            <a:pPr lvl="0"/>
            <a:endParaRPr kumimoji="1" lang="ja-JP" altLang="en-US"/>
          </a:p>
        </p:txBody>
      </p:sp>
      <p:sp>
        <p:nvSpPr>
          <p:cNvPr id="13" name="テキスト プレースホルダー 11">
            <a:extLst>
              <a:ext uri="{FF2B5EF4-FFF2-40B4-BE49-F238E27FC236}">
                <a16:creationId xmlns:a16="http://schemas.microsoft.com/office/drawing/2014/main" id="{E8E74EC5-B2C6-1E19-0523-0505117D907A}"/>
              </a:ext>
            </a:extLst>
          </p:cNvPr>
          <p:cNvSpPr>
            <a:spLocks noGrp="1"/>
          </p:cNvSpPr>
          <p:nvPr>
            <p:ph type="body" sz="quarter" idx="20"/>
          </p:nvPr>
        </p:nvSpPr>
        <p:spPr>
          <a:xfrm>
            <a:off x="6226298" y="4109379"/>
            <a:ext cx="5641388" cy="2401160"/>
          </a:xfrm>
          <a:prstGeom prst="rect">
            <a:avLst/>
          </a:prstGeom>
          <a:solidFill>
            <a:srgbClr val="E7F0F9"/>
          </a:solidFill>
          <a:ln>
            <a:solidFill>
              <a:schemeClr val="bg1">
                <a:lumMod val="85000"/>
              </a:schemeClr>
            </a:solidFill>
          </a:ln>
        </p:spPr>
        <p:txBody>
          <a:bodyPr lIns="180000" tIns="144000" rIns="108000"/>
          <a:lstStyle>
            <a:lvl1pPr marL="0" indent="0">
              <a:buNone/>
              <a:defRPr sz="1800" b="1">
                <a:solidFill>
                  <a:srgbClr val="033865"/>
                </a:solidFill>
              </a:defRPr>
            </a:lvl1pPr>
          </a:lstStyle>
          <a:p>
            <a:pPr lvl="0"/>
            <a:endParaRPr kumimoji="1" lang="ja-JP" altLang="en-US"/>
          </a:p>
        </p:txBody>
      </p:sp>
      <p:sp>
        <p:nvSpPr>
          <p:cNvPr id="15" name="テキスト プレースホルダー 11">
            <a:extLst>
              <a:ext uri="{FF2B5EF4-FFF2-40B4-BE49-F238E27FC236}">
                <a16:creationId xmlns:a16="http://schemas.microsoft.com/office/drawing/2014/main" id="{DD69BDCB-459A-F8DE-CD9B-F98CB33BD0C5}"/>
              </a:ext>
            </a:extLst>
          </p:cNvPr>
          <p:cNvSpPr>
            <a:spLocks noGrp="1"/>
          </p:cNvSpPr>
          <p:nvPr>
            <p:ph type="body" sz="quarter" idx="21"/>
          </p:nvPr>
        </p:nvSpPr>
        <p:spPr>
          <a:xfrm>
            <a:off x="6394779" y="4623640"/>
            <a:ext cx="5304427" cy="1719329"/>
          </a:xfrm>
          <a:prstGeom prst="rect">
            <a:avLst/>
          </a:prstGeom>
          <a:solidFill>
            <a:schemeClr val="bg1"/>
          </a:solidFill>
          <a:ln>
            <a:noFill/>
          </a:ln>
        </p:spPr>
        <p:txBody>
          <a:bodyPr lIns="144000" tIns="108000" rIns="108000" bIns="108000"/>
          <a:lstStyle>
            <a:lvl1pPr marL="0" indent="0">
              <a:lnSpc>
                <a:spcPct val="120000"/>
              </a:lnSpc>
              <a:buNone/>
              <a:defRPr sz="1200" b="0">
                <a:solidFill>
                  <a:srgbClr val="033865"/>
                </a:solidFill>
              </a:defRPr>
            </a:lvl1pPr>
          </a:lstStyle>
          <a:p>
            <a:pPr lvl="0"/>
            <a:endParaRPr kumimoji="1" lang="ja-JP" altLang="en-US"/>
          </a:p>
        </p:txBody>
      </p:sp>
    </p:spTree>
    <p:extLst>
      <p:ext uri="{BB962C8B-B14F-4D97-AF65-F5344CB8AC3E}">
        <p14:creationId xmlns:p14="http://schemas.microsoft.com/office/powerpoint/2010/main" val="156112556"/>
      </p:ext>
    </p:extLst>
  </p:cSld>
  <p:clrMapOvr>
    <a:masterClrMapping/>
  </p:clrMapOvr>
  <p:extLst>
    <p:ext uri="{DCECCB84-F9BA-43D5-87BE-67443E8EF086}">
      <p15:sldGuideLst xmlns:p15="http://schemas.microsoft.com/office/powerpoint/2012/main">
        <p15:guide id="2" orient="horz" pos="2387">
          <p15:clr>
            <a:srgbClr val="FBAE40"/>
          </p15:clr>
        </p15:guide>
        <p15:guide id="3" orient="horz" pos="3974">
          <p15:clr>
            <a:srgbClr val="FBAE40"/>
          </p15:clr>
        </p15:guide>
        <p15:guide id="4" orient="horz" pos="799">
          <p15:clr>
            <a:srgbClr val="FBAE40"/>
          </p15:clr>
        </p15:guide>
        <p15:guide id="5" pos="4861">
          <p15:clr>
            <a:srgbClr val="FBAE40"/>
          </p15:clr>
        </p15:guide>
        <p15:guide id="6" pos="4997">
          <p15:clr>
            <a:srgbClr val="FBAE40"/>
          </p15:clr>
        </p15:guide>
        <p15:guide id="7" pos="7310">
          <p15:clr>
            <a:srgbClr val="FBAE40"/>
          </p15:clr>
        </p15:guide>
        <p15:guide id="8" pos="370">
          <p15:clr>
            <a:srgbClr val="FBAE40"/>
          </p15:clr>
        </p15:guide>
        <p15:guide id="9" pos="2615">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基本：説明表①">
    <p:spTree>
      <p:nvGrpSpPr>
        <p:cNvPr id="1" name=""/>
        <p:cNvGrpSpPr/>
        <p:nvPr/>
      </p:nvGrpSpPr>
      <p:grpSpPr>
        <a:xfrm>
          <a:off x="0" y="0"/>
          <a:ext cx="0" cy="0"/>
          <a:chOff x="0" y="0"/>
          <a:chExt cx="0" cy="0"/>
        </a:xfrm>
      </p:grpSpPr>
      <p:sp>
        <p:nvSpPr>
          <p:cNvPr id="12" name="テキスト プレースホルダー 11">
            <a:extLst>
              <a:ext uri="{FF2B5EF4-FFF2-40B4-BE49-F238E27FC236}">
                <a16:creationId xmlns:a16="http://schemas.microsoft.com/office/drawing/2014/main" id="{54F6F5BD-D97F-7C2E-49AB-EC2562DD4672}"/>
              </a:ext>
            </a:extLst>
          </p:cNvPr>
          <p:cNvSpPr>
            <a:spLocks noGrp="1"/>
          </p:cNvSpPr>
          <p:nvPr>
            <p:ph type="body" sz="quarter" idx="15"/>
          </p:nvPr>
        </p:nvSpPr>
        <p:spPr>
          <a:xfrm>
            <a:off x="1790571" y="1695989"/>
            <a:ext cx="1403024" cy="982499"/>
          </a:xfrm>
          <a:prstGeom prst="rect">
            <a:avLst/>
          </a:prstGeom>
          <a:solidFill>
            <a:srgbClr val="0086C5"/>
          </a:solidFill>
          <a:ln>
            <a:solidFill>
              <a:schemeClr val="bg1">
                <a:lumMod val="75000"/>
              </a:schemeClr>
            </a:solidFill>
          </a:ln>
        </p:spPr>
        <p:txBody>
          <a:bodyPr lIns="108000" tIns="0" rIns="108000" bIns="36000" anchor="ctr" anchorCtr="0"/>
          <a:lstStyle>
            <a:lvl1pPr marL="0" indent="0">
              <a:lnSpc>
                <a:spcPct val="110000"/>
              </a:lnSpc>
              <a:spcBef>
                <a:spcPts val="0"/>
              </a:spcBef>
              <a:buNone/>
              <a:defRPr sz="1400" b="1">
                <a:solidFill>
                  <a:schemeClr val="bg1"/>
                </a:solidFill>
              </a:defRPr>
            </a:lvl1pPr>
          </a:lstStyle>
          <a:p>
            <a:pPr lvl="0"/>
            <a:endParaRPr kumimoji="1" lang="ja-JP" altLang="en-US"/>
          </a:p>
        </p:txBody>
      </p:sp>
      <p:sp>
        <p:nvSpPr>
          <p:cNvPr id="25" name="テキスト プレースホルダー 11">
            <a:extLst>
              <a:ext uri="{FF2B5EF4-FFF2-40B4-BE49-F238E27FC236}">
                <a16:creationId xmlns:a16="http://schemas.microsoft.com/office/drawing/2014/main" id="{C93183FE-6281-E5DC-7DC7-4934937B48A0}"/>
              </a:ext>
            </a:extLst>
          </p:cNvPr>
          <p:cNvSpPr>
            <a:spLocks noGrp="1"/>
          </p:cNvSpPr>
          <p:nvPr>
            <p:ph type="body" sz="quarter" idx="27"/>
          </p:nvPr>
        </p:nvSpPr>
        <p:spPr>
          <a:xfrm>
            <a:off x="1790571" y="2678830"/>
            <a:ext cx="1403024" cy="982499"/>
          </a:xfrm>
          <a:prstGeom prst="rect">
            <a:avLst/>
          </a:prstGeom>
          <a:solidFill>
            <a:srgbClr val="0086C5"/>
          </a:solidFill>
          <a:ln>
            <a:solidFill>
              <a:schemeClr val="bg1">
                <a:lumMod val="75000"/>
              </a:schemeClr>
            </a:solidFill>
          </a:ln>
        </p:spPr>
        <p:txBody>
          <a:bodyPr lIns="108000" tIns="0" rIns="108000" bIns="36000" anchor="ctr" anchorCtr="0"/>
          <a:lstStyle>
            <a:lvl1pPr marL="0" indent="0">
              <a:lnSpc>
                <a:spcPct val="110000"/>
              </a:lnSpc>
              <a:spcBef>
                <a:spcPts val="0"/>
              </a:spcBef>
              <a:buNone/>
              <a:defRPr sz="1400" b="1">
                <a:solidFill>
                  <a:schemeClr val="bg1"/>
                </a:solidFill>
              </a:defRPr>
            </a:lvl1pPr>
          </a:lstStyle>
          <a:p>
            <a:pPr lvl="0"/>
            <a:endParaRPr kumimoji="1" lang="ja-JP" altLang="en-US"/>
          </a:p>
        </p:txBody>
      </p:sp>
      <p:sp>
        <p:nvSpPr>
          <p:cNvPr id="44" name="テキスト プレースホルダー 11">
            <a:extLst>
              <a:ext uri="{FF2B5EF4-FFF2-40B4-BE49-F238E27FC236}">
                <a16:creationId xmlns:a16="http://schemas.microsoft.com/office/drawing/2014/main" id="{DA058F6A-CFED-4FC6-F93C-816B2532205D}"/>
              </a:ext>
            </a:extLst>
          </p:cNvPr>
          <p:cNvSpPr>
            <a:spLocks noGrp="1"/>
          </p:cNvSpPr>
          <p:nvPr>
            <p:ph type="body" sz="quarter" idx="30"/>
          </p:nvPr>
        </p:nvSpPr>
        <p:spPr>
          <a:xfrm>
            <a:off x="1787293" y="3800670"/>
            <a:ext cx="1403024" cy="982499"/>
          </a:xfrm>
          <a:prstGeom prst="rect">
            <a:avLst/>
          </a:prstGeom>
          <a:solidFill>
            <a:srgbClr val="0086C5"/>
          </a:solidFill>
          <a:ln>
            <a:solidFill>
              <a:schemeClr val="bg1">
                <a:lumMod val="75000"/>
              </a:schemeClr>
            </a:solidFill>
          </a:ln>
        </p:spPr>
        <p:txBody>
          <a:bodyPr lIns="108000" tIns="0" rIns="108000" bIns="36000" anchor="ctr" anchorCtr="0"/>
          <a:lstStyle>
            <a:lvl1pPr marL="0" indent="0">
              <a:lnSpc>
                <a:spcPct val="110000"/>
              </a:lnSpc>
              <a:spcBef>
                <a:spcPts val="0"/>
              </a:spcBef>
              <a:buNone/>
              <a:defRPr sz="1400" b="1">
                <a:solidFill>
                  <a:schemeClr val="bg1"/>
                </a:solidFill>
              </a:defRPr>
            </a:lvl1pPr>
          </a:lstStyle>
          <a:p>
            <a:pPr lvl="0"/>
            <a:endParaRPr kumimoji="1" lang="ja-JP" altLang="en-US"/>
          </a:p>
        </p:txBody>
      </p:sp>
      <p:sp>
        <p:nvSpPr>
          <p:cNvPr id="65" name="テキスト プレースホルダー 11">
            <a:extLst>
              <a:ext uri="{FF2B5EF4-FFF2-40B4-BE49-F238E27FC236}">
                <a16:creationId xmlns:a16="http://schemas.microsoft.com/office/drawing/2014/main" id="{002DC7C3-B4BB-26A0-509B-E7CC15CC5773}"/>
              </a:ext>
            </a:extLst>
          </p:cNvPr>
          <p:cNvSpPr>
            <a:spLocks noGrp="1"/>
          </p:cNvSpPr>
          <p:nvPr>
            <p:ph type="body" sz="quarter" idx="32"/>
          </p:nvPr>
        </p:nvSpPr>
        <p:spPr>
          <a:xfrm>
            <a:off x="1787293" y="4783511"/>
            <a:ext cx="1403024" cy="982499"/>
          </a:xfrm>
          <a:prstGeom prst="rect">
            <a:avLst/>
          </a:prstGeom>
          <a:solidFill>
            <a:srgbClr val="0086C5"/>
          </a:solidFill>
          <a:ln>
            <a:solidFill>
              <a:schemeClr val="bg1">
                <a:lumMod val="75000"/>
              </a:schemeClr>
            </a:solidFill>
          </a:ln>
        </p:spPr>
        <p:txBody>
          <a:bodyPr lIns="108000" tIns="0" rIns="108000" bIns="36000" anchor="ctr" anchorCtr="0"/>
          <a:lstStyle>
            <a:lvl1pPr marL="0" indent="0">
              <a:lnSpc>
                <a:spcPct val="110000"/>
              </a:lnSpc>
              <a:spcBef>
                <a:spcPts val="0"/>
              </a:spcBef>
              <a:buNone/>
              <a:defRPr sz="1400" b="1">
                <a:solidFill>
                  <a:schemeClr val="bg1"/>
                </a:solidFill>
              </a:defRPr>
            </a:lvl1pPr>
          </a:lstStyle>
          <a:p>
            <a:pPr lvl="0"/>
            <a:endParaRPr kumimoji="1" lang="ja-JP" altLang="en-US"/>
          </a:p>
        </p:txBody>
      </p:sp>
      <p:sp>
        <p:nvSpPr>
          <p:cNvPr id="6" name="テキスト プレースホルダー 11">
            <a:extLst>
              <a:ext uri="{FF2B5EF4-FFF2-40B4-BE49-F238E27FC236}">
                <a16:creationId xmlns:a16="http://schemas.microsoft.com/office/drawing/2014/main" id="{6BB76DAC-9DC6-CEAD-762F-5BC470EC92F3}"/>
              </a:ext>
            </a:extLst>
          </p:cNvPr>
          <p:cNvSpPr>
            <a:spLocks noGrp="1"/>
          </p:cNvSpPr>
          <p:nvPr>
            <p:ph type="body" sz="quarter" idx="13"/>
          </p:nvPr>
        </p:nvSpPr>
        <p:spPr>
          <a:xfrm>
            <a:off x="323707" y="1695988"/>
            <a:ext cx="1403024" cy="1965341"/>
          </a:xfrm>
          <a:prstGeom prst="rect">
            <a:avLst/>
          </a:prstGeom>
          <a:solidFill>
            <a:srgbClr val="033865"/>
          </a:solidFill>
          <a:ln>
            <a:solidFill>
              <a:schemeClr val="bg1">
                <a:lumMod val="85000"/>
              </a:schemeClr>
            </a:solidFill>
          </a:ln>
        </p:spPr>
        <p:txBody>
          <a:bodyPr lIns="180000" tIns="0" rIns="108000" bIns="0" anchor="ctr" anchorCtr="0"/>
          <a:lstStyle>
            <a:lvl1pPr marL="0" indent="0">
              <a:lnSpc>
                <a:spcPct val="100000"/>
              </a:lnSpc>
              <a:spcBef>
                <a:spcPts val="0"/>
              </a:spcBef>
              <a:buNone/>
              <a:defRPr sz="1600" b="1">
                <a:solidFill>
                  <a:schemeClr val="bg1"/>
                </a:solidFill>
              </a:defRPr>
            </a:lvl1pPr>
          </a:lstStyle>
          <a:p>
            <a:pPr lvl="0"/>
            <a:endParaRPr kumimoji="1" lang="ja-JP" altLang="en-US"/>
          </a:p>
        </p:txBody>
      </p:sp>
      <p:sp>
        <p:nvSpPr>
          <p:cNvPr id="43" name="テキスト プレースホルダー 11">
            <a:extLst>
              <a:ext uri="{FF2B5EF4-FFF2-40B4-BE49-F238E27FC236}">
                <a16:creationId xmlns:a16="http://schemas.microsoft.com/office/drawing/2014/main" id="{5D9CC180-9BF0-28CA-5015-E2DA0F5D236B}"/>
              </a:ext>
            </a:extLst>
          </p:cNvPr>
          <p:cNvSpPr>
            <a:spLocks noGrp="1"/>
          </p:cNvSpPr>
          <p:nvPr>
            <p:ph type="body" sz="quarter" idx="29"/>
          </p:nvPr>
        </p:nvSpPr>
        <p:spPr>
          <a:xfrm>
            <a:off x="320429" y="3800669"/>
            <a:ext cx="1403024" cy="1965341"/>
          </a:xfrm>
          <a:prstGeom prst="rect">
            <a:avLst/>
          </a:prstGeom>
          <a:solidFill>
            <a:srgbClr val="033865"/>
          </a:solidFill>
          <a:ln>
            <a:solidFill>
              <a:schemeClr val="bg1">
                <a:lumMod val="85000"/>
              </a:schemeClr>
            </a:solidFill>
          </a:ln>
        </p:spPr>
        <p:txBody>
          <a:bodyPr lIns="180000" tIns="0" rIns="108000" bIns="0" anchor="ctr" anchorCtr="0"/>
          <a:lstStyle>
            <a:lvl1pPr marL="0" indent="0">
              <a:lnSpc>
                <a:spcPct val="100000"/>
              </a:lnSpc>
              <a:spcBef>
                <a:spcPts val="0"/>
              </a:spcBef>
              <a:buNone/>
              <a:defRPr sz="1600" b="1">
                <a:solidFill>
                  <a:schemeClr val="bg1"/>
                </a:solidFill>
              </a:defRPr>
            </a:lvl1pPr>
          </a:lstStyle>
          <a:p>
            <a:pPr lvl="0"/>
            <a:endParaRPr kumimoji="1" lang="ja-JP" altLang="en-US"/>
          </a:p>
        </p:txBody>
      </p:sp>
      <p:sp>
        <p:nvSpPr>
          <p:cNvPr id="3" name="タイトル 3">
            <a:extLst>
              <a:ext uri="{FF2B5EF4-FFF2-40B4-BE49-F238E27FC236}">
                <a16:creationId xmlns:a16="http://schemas.microsoft.com/office/drawing/2014/main" id="{37692E47-0CC4-85D5-F7DC-8B9E3C92182F}"/>
              </a:ext>
            </a:extLst>
          </p:cNvPr>
          <p:cNvSpPr>
            <a:spLocks noGrp="1"/>
          </p:cNvSpPr>
          <p:nvPr>
            <p:ph type="title"/>
          </p:nvPr>
        </p:nvSpPr>
        <p:spPr>
          <a:xfrm>
            <a:off x="338282" y="195409"/>
            <a:ext cx="10222213" cy="4801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noAutofit/>
          </a:bodyPr>
          <a:lstStyle>
            <a:lvl1pPr>
              <a:defRPr lang="ja-JP" altLang="en-US" sz="2800" b="1" baseline="0">
                <a:solidFill>
                  <a:srgbClr val="033865"/>
                </a:solidFill>
                <a:latin typeface="Helvetica" panose="020B0604020202020204" pitchFamily="34" charset="0"/>
                <a:ea typeface="BIZ UDPゴシック" panose="020B0400000000000000" pitchFamily="50" charset="-128"/>
              </a:defRPr>
            </a:lvl1pPr>
          </a:lstStyle>
          <a:p>
            <a:pPr lvl="0"/>
            <a:r>
              <a:rPr kumimoji="1" lang="ja-JP" altLang="en-US" noProof="0"/>
              <a:t>マスター タイトルの書式設定</a:t>
            </a:r>
          </a:p>
        </p:txBody>
      </p:sp>
      <p:sp>
        <p:nvSpPr>
          <p:cNvPr id="2" name="正方形/長方形 1">
            <a:extLst>
              <a:ext uri="{FF2B5EF4-FFF2-40B4-BE49-F238E27FC236}">
                <a16:creationId xmlns:a16="http://schemas.microsoft.com/office/drawing/2014/main" id="{9C4BB6D7-2266-F9DE-0459-07E0BA69D3B0}"/>
              </a:ext>
            </a:extLst>
          </p:cNvPr>
          <p:cNvSpPr/>
          <p:nvPr userDrawn="1"/>
        </p:nvSpPr>
        <p:spPr>
          <a:xfrm>
            <a:off x="-1" y="761839"/>
            <a:ext cx="12193200" cy="10800"/>
          </a:xfrm>
          <a:prstGeom prst="rect">
            <a:avLst/>
          </a:prstGeom>
          <a:gradFill>
            <a:gsLst>
              <a:gs pos="100000">
                <a:srgbClr val="003965"/>
              </a:gs>
              <a:gs pos="0">
                <a:srgbClr val="0086C5"/>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endParaRPr kumimoji="1" lang="ja-JP" altLang="en-US" sz="2000" b="1">
              <a:solidFill>
                <a:schemeClr val="bg1"/>
              </a:solidFill>
              <a:latin typeface="BIZ UDPゴシック" panose="020B0400000000000000" pitchFamily="50" charset="-128"/>
              <a:ea typeface="BIZ UDPゴシック" panose="020B0400000000000000" pitchFamily="50" charset="-128"/>
            </a:endParaRPr>
          </a:p>
        </p:txBody>
      </p:sp>
      <p:sp>
        <p:nvSpPr>
          <p:cNvPr id="9" name="テキスト プレースホルダー 11">
            <a:extLst>
              <a:ext uri="{FF2B5EF4-FFF2-40B4-BE49-F238E27FC236}">
                <a16:creationId xmlns:a16="http://schemas.microsoft.com/office/drawing/2014/main" id="{EB76534C-6BF1-E416-DCFB-E2FC0ACAEC4F}"/>
              </a:ext>
            </a:extLst>
          </p:cNvPr>
          <p:cNvSpPr>
            <a:spLocks noGrp="1"/>
          </p:cNvSpPr>
          <p:nvPr>
            <p:ph type="body" sz="quarter" idx="21"/>
          </p:nvPr>
        </p:nvSpPr>
        <p:spPr>
          <a:xfrm>
            <a:off x="3185690" y="1695989"/>
            <a:ext cx="8685274" cy="982499"/>
          </a:xfrm>
          <a:prstGeom prst="rect">
            <a:avLst/>
          </a:prstGeom>
          <a:solidFill>
            <a:schemeClr val="bg1"/>
          </a:solidFill>
          <a:ln>
            <a:solidFill>
              <a:schemeClr val="bg1">
                <a:lumMod val="75000"/>
              </a:schemeClr>
            </a:solidFill>
          </a:ln>
        </p:spPr>
        <p:txBody>
          <a:bodyPr lIns="216000" tIns="0" rIns="108000" bIns="36000" anchor="ctr" anchorCtr="0"/>
          <a:lstStyle>
            <a:lvl1pPr marL="177800" indent="-177800" algn="l">
              <a:lnSpc>
                <a:spcPct val="120000"/>
              </a:lnSpc>
              <a:spcBef>
                <a:spcPts val="0"/>
              </a:spcBef>
              <a:buFont typeface="Arial" panose="020B0604020202020204" pitchFamily="34" charset="0"/>
              <a:buChar char="•"/>
              <a:defRPr sz="1600" b="1">
                <a:solidFill>
                  <a:srgbClr val="033865"/>
                </a:solidFill>
              </a:defRPr>
            </a:lvl1pPr>
          </a:lstStyle>
          <a:p>
            <a:pPr lvl="0"/>
            <a:endParaRPr kumimoji="1" lang="ja-JP" altLang="en-US"/>
          </a:p>
        </p:txBody>
      </p:sp>
      <p:sp>
        <p:nvSpPr>
          <p:cNvPr id="39" name="テキスト プレースホルダー 11">
            <a:extLst>
              <a:ext uri="{FF2B5EF4-FFF2-40B4-BE49-F238E27FC236}">
                <a16:creationId xmlns:a16="http://schemas.microsoft.com/office/drawing/2014/main" id="{1A9B7064-67D2-E758-A72A-4E7AAD250FBC}"/>
              </a:ext>
            </a:extLst>
          </p:cNvPr>
          <p:cNvSpPr>
            <a:spLocks noGrp="1"/>
          </p:cNvSpPr>
          <p:nvPr>
            <p:ph type="body" sz="quarter" idx="28"/>
          </p:nvPr>
        </p:nvSpPr>
        <p:spPr>
          <a:xfrm>
            <a:off x="3185690" y="2678830"/>
            <a:ext cx="8685274" cy="982499"/>
          </a:xfrm>
          <a:prstGeom prst="rect">
            <a:avLst/>
          </a:prstGeom>
          <a:solidFill>
            <a:schemeClr val="bg1"/>
          </a:solidFill>
          <a:ln>
            <a:solidFill>
              <a:schemeClr val="bg1">
                <a:lumMod val="75000"/>
              </a:schemeClr>
            </a:solidFill>
          </a:ln>
        </p:spPr>
        <p:txBody>
          <a:bodyPr lIns="216000" tIns="0" rIns="108000" bIns="36000" anchor="ctr" anchorCtr="0"/>
          <a:lstStyle>
            <a:lvl1pPr marL="177800" indent="-177800" algn="l">
              <a:lnSpc>
                <a:spcPct val="120000"/>
              </a:lnSpc>
              <a:spcBef>
                <a:spcPts val="0"/>
              </a:spcBef>
              <a:buFont typeface="Arial" panose="020B0604020202020204" pitchFamily="34" charset="0"/>
              <a:buChar char="•"/>
              <a:defRPr sz="1600" b="1">
                <a:solidFill>
                  <a:srgbClr val="033865"/>
                </a:solidFill>
              </a:defRPr>
            </a:lvl1pPr>
          </a:lstStyle>
          <a:p>
            <a:pPr lvl="0"/>
            <a:endParaRPr kumimoji="1" lang="ja-JP" altLang="en-US"/>
          </a:p>
        </p:txBody>
      </p:sp>
      <p:sp>
        <p:nvSpPr>
          <p:cNvPr id="64" name="テキスト プレースホルダー 11">
            <a:extLst>
              <a:ext uri="{FF2B5EF4-FFF2-40B4-BE49-F238E27FC236}">
                <a16:creationId xmlns:a16="http://schemas.microsoft.com/office/drawing/2014/main" id="{0688F137-ABB6-48B5-9D5F-A569C15881E5}"/>
              </a:ext>
            </a:extLst>
          </p:cNvPr>
          <p:cNvSpPr>
            <a:spLocks noGrp="1"/>
          </p:cNvSpPr>
          <p:nvPr>
            <p:ph type="body" sz="quarter" idx="31"/>
          </p:nvPr>
        </p:nvSpPr>
        <p:spPr>
          <a:xfrm>
            <a:off x="3182412" y="3800670"/>
            <a:ext cx="8685274" cy="982499"/>
          </a:xfrm>
          <a:prstGeom prst="rect">
            <a:avLst/>
          </a:prstGeom>
          <a:solidFill>
            <a:schemeClr val="bg1"/>
          </a:solidFill>
          <a:ln>
            <a:solidFill>
              <a:schemeClr val="bg1">
                <a:lumMod val="75000"/>
              </a:schemeClr>
            </a:solidFill>
          </a:ln>
        </p:spPr>
        <p:txBody>
          <a:bodyPr lIns="216000" tIns="0" rIns="108000" bIns="36000" anchor="ctr" anchorCtr="0"/>
          <a:lstStyle>
            <a:lvl1pPr marL="177800" indent="-177800" algn="l">
              <a:lnSpc>
                <a:spcPct val="120000"/>
              </a:lnSpc>
              <a:spcBef>
                <a:spcPts val="0"/>
              </a:spcBef>
              <a:buFont typeface="Arial" panose="020B0604020202020204" pitchFamily="34" charset="0"/>
              <a:buChar char="•"/>
              <a:defRPr sz="1600" b="1">
                <a:solidFill>
                  <a:srgbClr val="033865"/>
                </a:solidFill>
              </a:defRPr>
            </a:lvl1pPr>
          </a:lstStyle>
          <a:p>
            <a:pPr lvl="0"/>
            <a:endParaRPr kumimoji="1" lang="ja-JP" altLang="en-US"/>
          </a:p>
        </p:txBody>
      </p:sp>
      <p:sp>
        <p:nvSpPr>
          <p:cNvPr id="66" name="テキスト プレースホルダー 11">
            <a:extLst>
              <a:ext uri="{FF2B5EF4-FFF2-40B4-BE49-F238E27FC236}">
                <a16:creationId xmlns:a16="http://schemas.microsoft.com/office/drawing/2014/main" id="{9FDD473B-B2AE-C314-1411-854FD15F3F31}"/>
              </a:ext>
            </a:extLst>
          </p:cNvPr>
          <p:cNvSpPr>
            <a:spLocks noGrp="1"/>
          </p:cNvSpPr>
          <p:nvPr>
            <p:ph type="body" sz="quarter" idx="33"/>
          </p:nvPr>
        </p:nvSpPr>
        <p:spPr>
          <a:xfrm>
            <a:off x="3182412" y="4783511"/>
            <a:ext cx="8685274" cy="982499"/>
          </a:xfrm>
          <a:prstGeom prst="rect">
            <a:avLst/>
          </a:prstGeom>
          <a:solidFill>
            <a:schemeClr val="bg1"/>
          </a:solidFill>
          <a:ln>
            <a:solidFill>
              <a:schemeClr val="bg1">
                <a:lumMod val="75000"/>
              </a:schemeClr>
            </a:solidFill>
          </a:ln>
        </p:spPr>
        <p:txBody>
          <a:bodyPr lIns="216000" tIns="0" rIns="108000" bIns="36000" anchor="ctr" anchorCtr="0"/>
          <a:lstStyle>
            <a:lvl1pPr marL="177800" indent="-177800" algn="l">
              <a:lnSpc>
                <a:spcPct val="120000"/>
              </a:lnSpc>
              <a:spcBef>
                <a:spcPts val="0"/>
              </a:spcBef>
              <a:buFont typeface="Arial" panose="020B0604020202020204" pitchFamily="34" charset="0"/>
              <a:buChar char="•"/>
              <a:defRPr sz="1600" b="1">
                <a:solidFill>
                  <a:srgbClr val="033865"/>
                </a:solidFill>
              </a:defRPr>
            </a:lvl1pPr>
          </a:lstStyle>
          <a:p>
            <a:pPr lvl="0"/>
            <a:endParaRPr kumimoji="1" lang="ja-JP" altLang="en-US"/>
          </a:p>
        </p:txBody>
      </p:sp>
      <p:sp>
        <p:nvSpPr>
          <p:cNvPr id="5" name="スライド番号プレースホルダー 5">
            <a:extLst>
              <a:ext uri="{FF2B5EF4-FFF2-40B4-BE49-F238E27FC236}">
                <a16:creationId xmlns:a16="http://schemas.microsoft.com/office/drawing/2014/main" id="{F45C916A-D85F-3DD1-944C-343C9D02F90C}"/>
              </a:ext>
            </a:extLst>
          </p:cNvPr>
          <p:cNvSpPr txBox="1">
            <a:spLocks/>
          </p:cNvSpPr>
          <p:nvPr userDrawn="1"/>
        </p:nvSpPr>
        <p:spPr>
          <a:xfrm>
            <a:off x="11788041" y="6510540"/>
            <a:ext cx="403959" cy="365125"/>
          </a:xfrm>
          <a:prstGeom prst="rect">
            <a:avLst/>
          </a:prstGeom>
        </p:spPr>
        <p:txBody>
          <a:bodyPr vert="horz" wrap="square" lIns="91440" tIns="45720" rIns="91440" bIns="45720" rtlCol="0" anchor="ctr" anchorCtr="1">
            <a:noAutofit/>
          </a:bodyPr>
          <a:lstStyle>
            <a:defPPr>
              <a:defRPr lang="ja-JP"/>
            </a:defPPr>
            <a:lvl1pPr marL="0" algn="r" defTabSz="914400" rtl="0" eaLnBrk="1" latinLnBrk="0" hangingPunct="1">
              <a:defRPr kumimoji="1" sz="1200" kern="1200">
                <a:solidFill>
                  <a:schemeClr val="tx1">
                    <a:tint val="82000"/>
                  </a:schemeClr>
                </a:solidFill>
                <a:latin typeface="Helvetica" panose="020B0604020202020204" pitchFamily="34" charset="0"/>
                <a:ea typeface="BIZ UDPゴシック" panose="020B0400000000000000"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DD5ACCE-99FC-439C-B6F0-DA1395226501}" type="slidenum">
              <a:rPr lang="ja-JP" altLang="en-US" smtClean="0">
                <a:solidFill>
                  <a:srgbClr val="033865"/>
                </a:solidFill>
              </a:rPr>
              <a:pPr/>
              <a:t>‹#›</a:t>
            </a:fld>
            <a:endParaRPr lang="ja-JP" altLang="en-US">
              <a:solidFill>
                <a:srgbClr val="033865"/>
              </a:solidFill>
            </a:endParaRPr>
          </a:p>
        </p:txBody>
      </p:sp>
      <p:sp>
        <p:nvSpPr>
          <p:cNvPr id="7" name="テキスト プレースホルダー 8">
            <a:extLst>
              <a:ext uri="{FF2B5EF4-FFF2-40B4-BE49-F238E27FC236}">
                <a16:creationId xmlns:a16="http://schemas.microsoft.com/office/drawing/2014/main" id="{B66F04B0-0F7E-0746-4492-3AF1E9351AE6}"/>
              </a:ext>
            </a:extLst>
          </p:cNvPr>
          <p:cNvSpPr>
            <a:spLocks noGrp="1"/>
          </p:cNvSpPr>
          <p:nvPr>
            <p:ph type="body" sz="quarter" idx="11"/>
          </p:nvPr>
        </p:nvSpPr>
        <p:spPr>
          <a:xfrm>
            <a:off x="338282" y="858937"/>
            <a:ext cx="11529404" cy="504000"/>
          </a:xfrm>
          <a:prstGeom prst="rect">
            <a:avLst/>
          </a:prstGeom>
        </p:spPr>
        <p:txBody>
          <a:bodyPr anchor="t" anchorCtr="0"/>
          <a:lstStyle>
            <a:lvl1pPr marL="228600" indent="-228600">
              <a:lnSpc>
                <a:spcPct val="120000"/>
              </a:lnSpc>
              <a:spcBef>
                <a:spcPts val="0"/>
              </a:spcBef>
              <a:buFont typeface="Wingdings" panose="05000000000000000000" pitchFamily="2" charset="2"/>
              <a:buChar char="n"/>
              <a:defRPr sz="2400" b="1">
                <a:solidFill>
                  <a:srgbClr val="033865"/>
                </a:solidFill>
              </a:defRPr>
            </a:lvl1pPr>
          </a:lstStyle>
          <a:p>
            <a:pPr lvl="0"/>
            <a:r>
              <a:rPr kumimoji="1" lang="ja-JP" altLang="en-US"/>
              <a:t>マスター テキストの書式設定</a:t>
            </a:r>
          </a:p>
        </p:txBody>
      </p:sp>
    </p:spTree>
    <p:extLst>
      <p:ext uri="{BB962C8B-B14F-4D97-AF65-F5344CB8AC3E}">
        <p14:creationId xmlns:p14="http://schemas.microsoft.com/office/powerpoint/2010/main" val="3434348480"/>
      </p:ext>
    </p:extLst>
  </p:cSld>
  <p:clrMapOvr>
    <a:masterClrMapping/>
  </p:clrMapOvr>
  <p:extLst>
    <p:ext uri="{DCECCB84-F9BA-43D5-87BE-67443E8EF086}">
      <p15:sldGuideLst xmlns:p15="http://schemas.microsoft.com/office/powerpoint/2012/main">
        <p15:guide id="2" orient="horz" pos="2387">
          <p15:clr>
            <a:srgbClr val="FBAE40"/>
          </p15:clr>
        </p15:guide>
        <p15:guide id="3" orient="horz" pos="3974">
          <p15:clr>
            <a:srgbClr val="FBAE40"/>
          </p15:clr>
        </p15:guide>
        <p15:guide id="4" orient="horz" pos="799">
          <p15:clr>
            <a:srgbClr val="FBAE40"/>
          </p15:clr>
        </p15:guide>
        <p15:guide id="5" pos="4861">
          <p15:clr>
            <a:srgbClr val="FBAE40"/>
          </p15:clr>
        </p15:guide>
        <p15:guide id="6" pos="4997">
          <p15:clr>
            <a:srgbClr val="FBAE40"/>
          </p15:clr>
        </p15:guide>
        <p15:guide id="7" pos="7310">
          <p15:clr>
            <a:srgbClr val="FBAE40"/>
          </p15:clr>
        </p15:guide>
        <p15:guide id="8" pos="370">
          <p15:clr>
            <a:srgbClr val="FBAE40"/>
          </p15:clr>
        </p15:guide>
        <p15:guide id="9" pos="2615">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基本：説明表②">
    <p:spTree>
      <p:nvGrpSpPr>
        <p:cNvPr id="1" name=""/>
        <p:cNvGrpSpPr/>
        <p:nvPr/>
      </p:nvGrpSpPr>
      <p:grpSpPr>
        <a:xfrm>
          <a:off x="0" y="0"/>
          <a:ext cx="0" cy="0"/>
          <a:chOff x="0" y="0"/>
          <a:chExt cx="0" cy="0"/>
        </a:xfrm>
      </p:grpSpPr>
      <p:sp>
        <p:nvSpPr>
          <p:cNvPr id="3" name="タイトル 3">
            <a:extLst>
              <a:ext uri="{FF2B5EF4-FFF2-40B4-BE49-F238E27FC236}">
                <a16:creationId xmlns:a16="http://schemas.microsoft.com/office/drawing/2014/main" id="{37692E47-0CC4-85D5-F7DC-8B9E3C92182F}"/>
              </a:ext>
            </a:extLst>
          </p:cNvPr>
          <p:cNvSpPr>
            <a:spLocks noGrp="1"/>
          </p:cNvSpPr>
          <p:nvPr>
            <p:ph type="title"/>
          </p:nvPr>
        </p:nvSpPr>
        <p:spPr>
          <a:xfrm>
            <a:off x="338282" y="195409"/>
            <a:ext cx="10222213" cy="4801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noAutofit/>
          </a:bodyPr>
          <a:lstStyle>
            <a:lvl1pPr>
              <a:defRPr lang="ja-JP" altLang="en-US" sz="2800" b="1" baseline="0">
                <a:solidFill>
                  <a:srgbClr val="033865"/>
                </a:solidFill>
                <a:latin typeface="Helvetica" panose="020B0604020202020204" pitchFamily="34" charset="0"/>
                <a:ea typeface="BIZ UDPゴシック" panose="020B0400000000000000" pitchFamily="50" charset="-128"/>
              </a:defRPr>
            </a:lvl1pPr>
          </a:lstStyle>
          <a:p>
            <a:pPr lvl="0"/>
            <a:r>
              <a:rPr kumimoji="1" lang="ja-JP" altLang="en-US" noProof="0"/>
              <a:t>マスター タイトルの書式設定</a:t>
            </a:r>
          </a:p>
        </p:txBody>
      </p:sp>
      <p:sp>
        <p:nvSpPr>
          <p:cNvPr id="2" name="正方形/長方形 1">
            <a:extLst>
              <a:ext uri="{FF2B5EF4-FFF2-40B4-BE49-F238E27FC236}">
                <a16:creationId xmlns:a16="http://schemas.microsoft.com/office/drawing/2014/main" id="{9C4BB6D7-2266-F9DE-0459-07E0BA69D3B0}"/>
              </a:ext>
            </a:extLst>
          </p:cNvPr>
          <p:cNvSpPr/>
          <p:nvPr userDrawn="1"/>
        </p:nvSpPr>
        <p:spPr>
          <a:xfrm>
            <a:off x="-1" y="761839"/>
            <a:ext cx="12193200" cy="10800"/>
          </a:xfrm>
          <a:prstGeom prst="rect">
            <a:avLst/>
          </a:prstGeom>
          <a:gradFill>
            <a:gsLst>
              <a:gs pos="100000">
                <a:srgbClr val="003965"/>
              </a:gs>
              <a:gs pos="0">
                <a:srgbClr val="0086C5"/>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endParaRPr kumimoji="1" lang="ja-JP" altLang="en-US" sz="2000" b="1">
              <a:solidFill>
                <a:schemeClr val="bg1"/>
              </a:solidFill>
              <a:latin typeface="BIZ UDPゴシック" panose="020B0400000000000000" pitchFamily="50" charset="-128"/>
              <a:ea typeface="BIZ UDPゴシック" panose="020B0400000000000000" pitchFamily="50" charset="-128"/>
            </a:endParaRPr>
          </a:p>
        </p:txBody>
      </p:sp>
      <p:sp>
        <p:nvSpPr>
          <p:cNvPr id="10" name="テキスト プレースホルダー 8">
            <a:extLst>
              <a:ext uri="{FF2B5EF4-FFF2-40B4-BE49-F238E27FC236}">
                <a16:creationId xmlns:a16="http://schemas.microsoft.com/office/drawing/2014/main" id="{10037309-8166-31B5-5D26-45D51E3D7EE6}"/>
              </a:ext>
            </a:extLst>
          </p:cNvPr>
          <p:cNvSpPr>
            <a:spLocks noGrp="1"/>
          </p:cNvSpPr>
          <p:nvPr>
            <p:ph type="body" sz="quarter" idx="11"/>
          </p:nvPr>
        </p:nvSpPr>
        <p:spPr>
          <a:xfrm>
            <a:off x="338282" y="858938"/>
            <a:ext cx="11529404" cy="504000"/>
          </a:xfrm>
          <a:prstGeom prst="rect">
            <a:avLst/>
          </a:prstGeom>
        </p:spPr>
        <p:txBody>
          <a:bodyPr anchor="t" anchorCtr="0"/>
          <a:lstStyle>
            <a:lvl1pPr marL="228600" indent="-228600">
              <a:lnSpc>
                <a:spcPct val="120000"/>
              </a:lnSpc>
              <a:spcBef>
                <a:spcPts val="0"/>
              </a:spcBef>
              <a:buFont typeface="Wingdings" panose="05000000000000000000" pitchFamily="2" charset="2"/>
              <a:buChar char="n"/>
              <a:defRPr sz="2400" b="1">
                <a:solidFill>
                  <a:srgbClr val="033865"/>
                </a:solidFill>
              </a:defRPr>
            </a:lvl1pPr>
          </a:lstStyle>
          <a:p>
            <a:pPr lvl="0"/>
            <a:r>
              <a:rPr kumimoji="1" lang="ja-JP" altLang="en-US"/>
              <a:t>マスター テキストの書式設定</a:t>
            </a:r>
          </a:p>
        </p:txBody>
      </p:sp>
      <p:sp>
        <p:nvSpPr>
          <p:cNvPr id="6" name="テキスト プレースホルダー 11">
            <a:extLst>
              <a:ext uri="{FF2B5EF4-FFF2-40B4-BE49-F238E27FC236}">
                <a16:creationId xmlns:a16="http://schemas.microsoft.com/office/drawing/2014/main" id="{6BB76DAC-9DC6-CEAD-762F-5BC470EC92F3}"/>
              </a:ext>
            </a:extLst>
          </p:cNvPr>
          <p:cNvSpPr>
            <a:spLocks noGrp="1"/>
          </p:cNvSpPr>
          <p:nvPr>
            <p:ph type="body" sz="quarter" idx="13"/>
          </p:nvPr>
        </p:nvSpPr>
        <p:spPr>
          <a:xfrm>
            <a:off x="2472072" y="1607481"/>
            <a:ext cx="4680000" cy="564365"/>
          </a:xfrm>
          <a:prstGeom prst="rect">
            <a:avLst/>
          </a:prstGeom>
          <a:solidFill>
            <a:srgbClr val="033865"/>
          </a:solidFill>
          <a:ln>
            <a:solidFill>
              <a:schemeClr val="bg1">
                <a:lumMod val="85000"/>
              </a:schemeClr>
            </a:solidFill>
          </a:ln>
        </p:spPr>
        <p:txBody>
          <a:bodyPr lIns="180000" tIns="0" rIns="108000" bIns="0" anchor="ctr" anchorCtr="0"/>
          <a:lstStyle>
            <a:lvl1pPr marL="0" indent="0">
              <a:lnSpc>
                <a:spcPct val="100000"/>
              </a:lnSpc>
              <a:spcBef>
                <a:spcPts val="0"/>
              </a:spcBef>
              <a:buNone/>
              <a:defRPr sz="1600" b="1">
                <a:solidFill>
                  <a:schemeClr val="bg1"/>
                </a:solidFill>
              </a:defRPr>
            </a:lvl1pPr>
          </a:lstStyle>
          <a:p>
            <a:pPr lvl="0"/>
            <a:endParaRPr kumimoji="1" lang="ja-JP" altLang="en-US"/>
          </a:p>
        </p:txBody>
      </p:sp>
      <p:sp>
        <p:nvSpPr>
          <p:cNvPr id="16" name="テキスト プレースホルダー 11">
            <a:extLst>
              <a:ext uri="{FF2B5EF4-FFF2-40B4-BE49-F238E27FC236}">
                <a16:creationId xmlns:a16="http://schemas.microsoft.com/office/drawing/2014/main" id="{56717AC4-4E47-0672-6692-175A0FEC98C6}"/>
              </a:ext>
            </a:extLst>
          </p:cNvPr>
          <p:cNvSpPr>
            <a:spLocks noGrp="1"/>
          </p:cNvSpPr>
          <p:nvPr>
            <p:ph type="body" sz="quarter" idx="25"/>
          </p:nvPr>
        </p:nvSpPr>
        <p:spPr>
          <a:xfrm>
            <a:off x="328554" y="2170298"/>
            <a:ext cx="2145581" cy="982800"/>
          </a:xfrm>
          <a:prstGeom prst="rect">
            <a:avLst/>
          </a:prstGeom>
          <a:solidFill>
            <a:schemeClr val="accent1">
              <a:lumMod val="20000"/>
              <a:lumOff val="80000"/>
            </a:schemeClr>
          </a:solidFill>
          <a:ln>
            <a:solidFill>
              <a:schemeClr val="bg1">
                <a:lumMod val="75000"/>
              </a:schemeClr>
            </a:solidFill>
          </a:ln>
        </p:spPr>
        <p:txBody>
          <a:bodyPr lIns="180000" tIns="0" rIns="108000" bIns="0" anchor="ctr" anchorCtr="0"/>
          <a:lstStyle>
            <a:lvl1pPr marL="0" indent="0">
              <a:lnSpc>
                <a:spcPct val="100000"/>
              </a:lnSpc>
              <a:spcBef>
                <a:spcPts val="0"/>
              </a:spcBef>
              <a:buNone/>
              <a:defRPr sz="1600" b="1">
                <a:solidFill>
                  <a:srgbClr val="002060"/>
                </a:solidFill>
              </a:defRPr>
            </a:lvl1pPr>
          </a:lstStyle>
          <a:p>
            <a:pPr lvl="0"/>
            <a:endParaRPr kumimoji="1" lang="ja-JP" altLang="en-US"/>
          </a:p>
        </p:txBody>
      </p:sp>
      <p:sp>
        <p:nvSpPr>
          <p:cNvPr id="17" name="テキスト プレースホルダー 11">
            <a:extLst>
              <a:ext uri="{FF2B5EF4-FFF2-40B4-BE49-F238E27FC236}">
                <a16:creationId xmlns:a16="http://schemas.microsoft.com/office/drawing/2014/main" id="{2C09DC3F-07E3-A9F1-2904-FA0DBAA014B4}"/>
              </a:ext>
            </a:extLst>
          </p:cNvPr>
          <p:cNvSpPr>
            <a:spLocks noGrp="1"/>
          </p:cNvSpPr>
          <p:nvPr>
            <p:ph type="body" sz="quarter" idx="26"/>
          </p:nvPr>
        </p:nvSpPr>
        <p:spPr>
          <a:xfrm>
            <a:off x="328554" y="1607481"/>
            <a:ext cx="2145581" cy="564365"/>
          </a:xfrm>
          <a:prstGeom prst="rect">
            <a:avLst/>
          </a:prstGeom>
          <a:solidFill>
            <a:srgbClr val="033865"/>
          </a:solidFill>
          <a:ln>
            <a:solidFill>
              <a:schemeClr val="bg1">
                <a:lumMod val="85000"/>
              </a:schemeClr>
            </a:solidFill>
          </a:ln>
        </p:spPr>
        <p:txBody>
          <a:bodyPr lIns="180000" tIns="0" rIns="108000" bIns="0" anchor="ctr" anchorCtr="0"/>
          <a:lstStyle>
            <a:lvl1pPr marL="0" indent="0">
              <a:lnSpc>
                <a:spcPct val="100000"/>
              </a:lnSpc>
              <a:spcBef>
                <a:spcPts val="0"/>
              </a:spcBef>
              <a:buNone/>
              <a:defRPr sz="1600" b="1">
                <a:solidFill>
                  <a:schemeClr val="bg1"/>
                </a:solidFill>
              </a:defRPr>
            </a:lvl1pPr>
          </a:lstStyle>
          <a:p>
            <a:pPr lvl="0"/>
            <a:endParaRPr kumimoji="1" lang="ja-JP" altLang="en-US"/>
          </a:p>
        </p:txBody>
      </p:sp>
      <p:sp>
        <p:nvSpPr>
          <p:cNvPr id="18" name="テキスト プレースホルダー 11">
            <a:extLst>
              <a:ext uri="{FF2B5EF4-FFF2-40B4-BE49-F238E27FC236}">
                <a16:creationId xmlns:a16="http://schemas.microsoft.com/office/drawing/2014/main" id="{07E16939-9504-783A-0AA8-802480DE22EF}"/>
              </a:ext>
            </a:extLst>
          </p:cNvPr>
          <p:cNvSpPr>
            <a:spLocks noGrp="1"/>
          </p:cNvSpPr>
          <p:nvPr>
            <p:ph type="body" sz="quarter" idx="27"/>
          </p:nvPr>
        </p:nvSpPr>
        <p:spPr>
          <a:xfrm>
            <a:off x="328554" y="3147710"/>
            <a:ext cx="2145581" cy="982800"/>
          </a:xfrm>
          <a:prstGeom prst="rect">
            <a:avLst/>
          </a:prstGeom>
          <a:solidFill>
            <a:schemeClr val="accent1">
              <a:lumMod val="20000"/>
              <a:lumOff val="80000"/>
            </a:schemeClr>
          </a:solidFill>
          <a:ln>
            <a:solidFill>
              <a:schemeClr val="bg1">
                <a:lumMod val="75000"/>
              </a:schemeClr>
            </a:solidFill>
          </a:ln>
        </p:spPr>
        <p:txBody>
          <a:bodyPr lIns="180000" tIns="0" rIns="108000" bIns="0" anchor="ctr" anchorCtr="0"/>
          <a:lstStyle>
            <a:lvl1pPr marL="0" indent="0">
              <a:lnSpc>
                <a:spcPct val="100000"/>
              </a:lnSpc>
              <a:spcBef>
                <a:spcPts val="0"/>
              </a:spcBef>
              <a:buNone/>
              <a:defRPr sz="1600" b="1">
                <a:solidFill>
                  <a:srgbClr val="002060"/>
                </a:solidFill>
              </a:defRPr>
            </a:lvl1pPr>
          </a:lstStyle>
          <a:p>
            <a:pPr lvl="0"/>
            <a:endParaRPr kumimoji="1" lang="ja-JP" altLang="en-US"/>
          </a:p>
        </p:txBody>
      </p:sp>
      <p:sp>
        <p:nvSpPr>
          <p:cNvPr id="19" name="テキスト プレースホルダー 11">
            <a:extLst>
              <a:ext uri="{FF2B5EF4-FFF2-40B4-BE49-F238E27FC236}">
                <a16:creationId xmlns:a16="http://schemas.microsoft.com/office/drawing/2014/main" id="{CFBDEF97-D4C4-818B-9E7C-058936D1439F}"/>
              </a:ext>
            </a:extLst>
          </p:cNvPr>
          <p:cNvSpPr>
            <a:spLocks noGrp="1"/>
          </p:cNvSpPr>
          <p:nvPr>
            <p:ph type="body" sz="quarter" idx="28"/>
          </p:nvPr>
        </p:nvSpPr>
        <p:spPr>
          <a:xfrm>
            <a:off x="328554" y="4130509"/>
            <a:ext cx="2145581" cy="982800"/>
          </a:xfrm>
          <a:prstGeom prst="rect">
            <a:avLst/>
          </a:prstGeom>
          <a:solidFill>
            <a:schemeClr val="accent1">
              <a:lumMod val="20000"/>
              <a:lumOff val="80000"/>
            </a:schemeClr>
          </a:solidFill>
          <a:ln>
            <a:solidFill>
              <a:schemeClr val="bg1">
                <a:lumMod val="75000"/>
              </a:schemeClr>
            </a:solidFill>
          </a:ln>
        </p:spPr>
        <p:txBody>
          <a:bodyPr lIns="180000" tIns="0" rIns="108000" bIns="0" anchor="ctr" anchorCtr="0"/>
          <a:lstStyle>
            <a:lvl1pPr marL="0" indent="0">
              <a:lnSpc>
                <a:spcPct val="100000"/>
              </a:lnSpc>
              <a:spcBef>
                <a:spcPts val="0"/>
              </a:spcBef>
              <a:buNone/>
              <a:defRPr sz="1600" b="1">
                <a:solidFill>
                  <a:srgbClr val="002060"/>
                </a:solidFill>
              </a:defRPr>
            </a:lvl1pPr>
          </a:lstStyle>
          <a:p>
            <a:pPr lvl="0"/>
            <a:endParaRPr kumimoji="1" lang="ja-JP" altLang="en-US"/>
          </a:p>
        </p:txBody>
      </p:sp>
      <p:sp>
        <p:nvSpPr>
          <p:cNvPr id="20" name="テキスト プレースホルダー 11">
            <a:extLst>
              <a:ext uri="{FF2B5EF4-FFF2-40B4-BE49-F238E27FC236}">
                <a16:creationId xmlns:a16="http://schemas.microsoft.com/office/drawing/2014/main" id="{5DCF5674-71B8-6DD7-B116-0C74F2FACA5B}"/>
              </a:ext>
            </a:extLst>
          </p:cNvPr>
          <p:cNvSpPr>
            <a:spLocks noGrp="1"/>
          </p:cNvSpPr>
          <p:nvPr>
            <p:ph type="body" sz="quarter" idx="29"/>
          </p:nvPr>
        </p:nvSpPr>
        <p:spPr>
          <a:xfrm>
            <a:off x="2472072" y="2170599"/>
            <a:ext cx="4680000" cy="982499"/>
          </a:xfrm>
          <a:prstGeom prst="rect">
            <a:avLst/>
          </a:prstGeom>
          <a:solidFill>
            <a:schemeClr val="bg1"/>
          </a:solidFill>
          <a:ln>
            <a:solidFill>
              <a:schemeClr val="bg1">
                <a:lumMod val="75000"/>
              </a:schemeClr>
            </a:solidFill>
          </a:ln>
        </p:spPr>
        <p:txBody>
          <a:bodyPr lIns="144000" tIns="108000" rIns="108000" bIns="72000" anchor="t" anchorCtr="0"/>
          <a:lstStyle>
            <a:lvl1pPr marL="177800" indent="-177800" algn="l">
              <a:lnSpc>
                <a:spcPct val="120000"/>
              </a:lnSpc>
              <a:spcBef>
                <a:spcPts val="0"/>
              </a:spcBef>
              <a:buFont typeface="Arial" panose="020B0604020202020204" pitchFamily="34" charset="0"/>
              <a:buChar char="•"/>
              <a:defRPr sz="1400" b="1">
                <a:solidFill>
                  <a:srgbClr val="033865"/>
                </a:solidFill>
              </a:defRPr>
            </a:lvl1pPr>
          </a:lstStyle>
          <a:p>
            <a:pPr lvl="0"/>
            <a:endParaRPr kumimoji="1" lang="ja-JP" altLang="en-US"/>
          </a:p>
        </p:txBody>
      </p:sp>
      <p:sp>
        <p:nvSpPr>
          <p:cNvPr id="21" name="テキスト プレースホルダー 11">
            <a:extLst>
              <a:ext uri="{FF2B5EF4-FFF2-40B4-BE49-F238E27FC236}">
                <a16:creationId xmlns:a16="http://schemas.microsoft.com/office/drawing/2014/main" id="{E4954783-708D-37C7-BEC5-C52B4E6D07AF}"/>
              </a:ext>
            </a:extLst>
          </p:cNvPr>
          <p:cNvSpPr>
            <a:spLocks noGrp="1"/>
          </p:cNvSpPr>
          <p:nvPr>
            <p:ph type="body" sz="quarter" idx="30"/>
          </p:nvPr>
        </p:nvSpPr>
        <p:spPr>
          <a:xfrm>
            <a:off x="2472072" y="3148011"/>
            <a:ext cx="4680000" cy="982499"/>
          </a:xfrm>
          <a:prstGeom prst="rect">
            <a:avLst/>
          </a:prstGeom>
          <a:solidFill>
            <a:schemeClr val="bg1"/>
          </a:solidFill>
          <a:ln>
            <a:solidFill>
              <a:schemeClr val="bg1">
                <a:lumMod val="75000"/>
              </a:schemeClr>
            </a:solidFill>
          </a:ln>
        </p:spPr>
        <p:txBody>
          <a:bodyPr lIns="144000" tIns="108000" rIns="108000" bIns="72000" anchor="t" anchorCtr="0"/>
          <a:lstStyle>
            <a:lvl1pPr marL="177800" indent="-177800" algn="l">
              <a:lnSpc>
                <a:spcPct val="120000"/>
              </a:lnSpc>
              <a:spcBef>
                <a:spcPts val="0"/>
              </a:spcBef>
              <a:buFont typeface="Arial" panose="020B0604020202020204" pitchFamily="34" charset="0"/>
              <a:buChar char="•"/>
              <a:defRPr sz="1400" b="1">
                <a:solidFill>
                  <a:srgbClr val="033865"/>
                </a:solidFill>
              </a:defRPr>
            </a:lvl1pPr>
          </a:lstStyle>
          <a:p>
            <a:pPr lvl="0"/>
            <a:endParaRPr kumimoji="1" lang="ja-JP" altLang="en-US"/>
          </a:p>
        </p:txBody>
      </p:sp>
      <p:sp>
        <p:nvSpPr>
          <p:cNvPr id="22" name="テキスト プレースホルダー 11">
            <a:extLst>
              <a:ext uri="{FF2B5EF4-FFF2-40B4-BE49-F238E27FC236}">
                <a16:creationId xmlns:a16="http://schemas.microsoft.com/office/drawing/2014/main" id="{88A36088-A7D6-F015-E14D-1CF69E80B7A2}"/>
              </a:ext>
            </a:extLst>
          </p:cNvPr>
          <p:cNvSpPr>
            <a:spLocks noGrp="1"/>
          </p:cNvSpPr>
          <p:nvPr>
            <p:ph type="body" sz="quarter" idx="31"/>
          </p:nvPr>
        </p:nvSpPr>
        <p:spPr>
          <a:xfrm>
            <a:off x="2472072" y="4130810"/>
            <a:ext cx="4680000" cy="982499"/>
          </a:xfrm>
          <a:prstGeom prst="rect">
            <a:avLst/>
          </a:prstGeom>
          <a:solidFill>
            <a:schemeClr val="bg1"/>
          </a:solidFill>
          <a:ln>
            <a:solidFill>
              <a:schemeClr val="bg1">
                <a:lumMod val="75000"/>
              </a:schemeClr>
            </a:solidFill>
          </a:ln>
        </p:spPr>
        <p:txBody>
          <a:bodyPr lIns="144000" tIns="108000" rIns="108000" bIns="72000" anchor="t" anchorCtr="0"/>
          <a:lstStyle>
            <a:lvl1pPr marL="177800" indent="-177800" algn="l">
              <a:lnSpc>
                <a:spcPct val="120000"/>
              </a:lnSpc>
              <a:spcBef>
                <a:spcPts val="0"/>
              </a:spcBef>
              <a:buFont typeface="Arial" panose="020B0604020202020204" pitchFamily="34" charset="0"/>
              <a:buChar char="•"/>
              <a:defRPr sz="1400" b="1">
                <a:solidFill>
                  <a:srgbClr val="033865"/>
                </a:solidFill>
              </a:defRPr>
            </a:lvl1pPr>
          </a:lstStyle>
          <a:p>
            <a:pPr lvl="0"/>
            <a:endParaRPr kumimoji="1" lang="ja-JP" altLang="en-US"/>
          </a:p>
        </p:txBody>
      </p:sp>
      <p:sp>
        <p:nvSpPr>
          <p:cNvPr id="23" name="テキスト プレースホルダー 11">
            <a:extLst>
              <a:ext uri="{FF2B5EF4-FFF2-40B4-BE49-F238E27FC236}">
                <a16:creationId xmlns:a16="http://schemas.microsoft.com/office/drawing/2014/main" id="{D733CC0F-57F7-1EE1-BE4B-D8AAE61039DC}"/>
              </a:ext>
            </a:extLst>
          </p:cNvPr>
          <p:cNvSpPr>
            <a:spLocks noGrp="1"/>
          </p:cNvSpPr>
          <p:nvPr>
            <p:ph type="body" sz="quarter" idx="32"/>
          </p:nvPr>
        </p:nvSpPr>
        <p:spPr>
          <a:xfrm>
            <a:off x="7147702" y="1607481"/>
            <a:ext cx="4715743" cy="564365"/>
          </a:xfrm>
          <a:prstGeom prst="rect">
            <a:avLst/>
          </a:prstGeom>
          <a:solidFill>
            <a:srgbClr val="033865"/>
          </a:solidFill>
          <a:ln>
            <a:solidFill>
              <a:schemeClr val="bg1">
                <a:lumMod val="85000"/>
              </a:schemeClr>
            </a:solidFill>
          </a:ln>
        </p:spPr>
        <p:txBody>
          <a:bodyPr lIns="180000" tIns="0" rIns="108000" bIns="0" anchor="ctr" anchorCtr="0"/>
          <a:lstStyle>
            <a:lvl1pPr marL="0" indent="0">
              <a:lnSpc>
                <a:spcPct val="100000"/>
              </a:lnSpc>
              <a:spcBef>
                <a:spcPts val="0"/>
              </a:spcBef>
              <a:buNone/>
              <a:defRPr sz="1600" b="1">
                <a:solidFill>
                  <a:schemeClr val="bg1"/>
                </a:solidFill>
              </a:defRPr>
            </a:lvl1pPr>
          </a:lstStyle>
          <a:p>
            <a:pPr lvl="0"/>
            <a:endParaRPr kumimoji="1" lang="ja-JP" altLang="en-US"/>
          </a:p>
        </p:txBody>
      </p:sp>
      <p:sp>
        <p:nvSpPr>
          <p:cNvPr id="24" name="テキスト プレースホルダー 11">
            <a:extLst>
              <a:ext uri="{FF2B5EF4-FFF2-40B4-BE49-F238E27FC236}">
                <a16:creationId xmlns:a16="http://schemas.microsoft.com/office/drawing/2014/main" id="{E2E7389E-E9A8-3DAF-9475-ECCB5F107648}"/>
              </a:ext>
            </a:extLst>
          </p:cNvPr>
          <p:cNvSpPr>
            <a:spLocks noGrp="1"/>
          </p:cNvSpPr>
          <p:nvPr>
            <p:ph type="body" sz="quarter" idx="33"/>
          </p:nvPr>
        </p:nvSpPr>
        <p:spPr>
          <a:xfrm>
            <a:off x="7147702" y="2170599"/>
            <a:ext cx="4715743" cy="982499"/>
          </a:xfrm>
          <a:prstGeom prst="rect">
            <a:avLst/>
          </a:prstGeom>
          <a:solidFill>
            <a:schemeClr val="bg1"/>
          </a:solidFill>
          <a:ln>
            <a:solidFill>
              <a:schemeClr val="bg1">
                <a:lumMod val="75000"/>
              </a:schemeClr>
            </a:solidFill>
          </a:ln>
        </p:spPr>
        <p:txBody>
          <a:bodyPr lIns="144000" tIns="108000" rIns="108000" bIns="72000" anchor="t" anchorCtr="0"/>
          <a:lstStyle>
            <a:lvl1pPr marL="177800" indent="-177800" algn="l">
              <a:lnSpc>
                <a:spcPct val="120000"/>
              </a:lnSpc>
              <a:spcBef>
                <a:spcPts val="0"/>
              </a:spcBef>
              <a:buFont typeface="Arial" panose="020B0604020202020204" pitchFamily="34" charset="0"/>
              <a:buChar char="•"/>
              <a:defRPr sz="1400" b="1">
                <a:solidFill>
                  <a:srgbClr val="033865"/>
                </a:solidFill>
              </a:defRPr>
            </a:lvl1pPr>
          </a:lstStyle>
          <a:p>
            <a:pPr lvl="0"/>
            <a:endParaRPr kumimoji="1" lang="ja-JP" altLang="en-US"/>
          </a:p>
        </p:txBody>
      </p:sp>
      <p:sp>
        <p:nvSpPr>
          <p:cNvPr id="26" name="テキスト プレースホルダー 11">
            <a:extLst>
              <a:ext uri="{FF2B5EF4-FFF2-40B4-BE49-F238E27FC236}">
                <a16:creationId xmlns:a16="http://schemas.microsoft.com/office/drawing/2014/main" id="{E88AB4C1-4F7C-CB90-28D1-E943A6BD9201}"/>
              </a:ext>
            </a:extLst>
          </p:cNvPr>
          <p:cNvSpPr>
            <a:spLocks noGrp="1"/>
          </p:cNvSpPr>
          <p:nvPr>
            <p:ph type="body" sz="quarter" idx="34"/>
          </p:nvPr>
        </p:nvSpPr>
        <p:spPr>
          <a:xfrm>
            <a:off x="7147702" y="3148011"/>
            <a:ext cx="4715743" cy="982499"/>
          </a:xfrm>
          <a:prstGeom prst="rect">
            <a:avLst/>
          </a:prstGeom>
          <a:solidFill>
            <a:schemeClr val="bg1"/>
          </a:solidFill>
          <a:ln>
            <a:solidFill>
              <a:schemeClr val="bg1">
                <a:lumMod val="75000"/>
              </a:schemeClr>
            </a:solidFill>
          </a:ln>
        </p:spPr>
        <p:txBody>
          <a:bodyPr lIns="144000" tIns="108000" rIns="108000" bIns="72000" anchor="t" anchorCtr="0"/>
          <a:lstStyle>
            <a:lvl1pPr marL="177800" indent="-177800" algn="l">
              <a:lnSpc>
                <a:spcPct val="120000"/>
              </a:lnSpc>
              <a:spcBef>
                <a:spcPts val="0"/>
              </a:spcBef>
              <a:buFont typeface="Arial" panose="020B0604020202020204" pitchFamily="34" charset="0"/>
              <a:buChar char="•"/>
              <a:defRPr sz="1400" b="1">
                <a:solidFill>
                  <a:srgbClr val="033865"/>
                </a:solidFill>
              </a:defRPr>
            </a:lvl1pPr>
          </a:lstStyle>
          <a:p>
            <a:pPr lvl="0"/>
            <a:endParaRPr kumimoji="1" lang="ja-JP" altLang="en-US"/>
          </a:p>
        </p:txBody>
      </p:sp>
      <p:sp>
        <p:nvSpPr>
          <p:cNvPr id="27" name="テキスト プレースホルダー 11">
            <a:extLst>
              <a:ext uri="{FF2B5EF4-FFF2-40B4-BE49-F238E27FC236}">
                <a16:creationId xmlns:a16="http://schemas.microsoft.com/office/drawing/2014/main" id="{03380C94-302F-6A6E-C8B4-CA965484C0EB}"/>
              </a:ext>
            </a:extLst>
          </p:cNvPr>
          <p:cNvSpPr>
            <a:spLocks noGrp="1"/>
          </p:cNvSpPr>
          <p:nvPr>
            <p:ph type="body" sz="quarter" idx="35"/>
          </p:nvPr>
        </p:nvSpPr>
        <p:spPr>
          <a:xfrm>
            <a:off x="7147702" y="4130810"/>
            <a:ext cx="4715743" cy="982499"/>
          </a:xfrm>
          <a:prstGeom prst="rect">
            <a:avLst/>
          </a:prstGeom>
          <a:solidFill>
            <a:schemeClr val="bg1"/>
          </a:solidFill>
          <a:ln>
            <a:solidFill>
              <a:schemeClr val="bg1">
                <a:lumMod val="75000"/>
              </a:schemeClr>
            </a:solidFill>
          </a:ln>
        </p:spPr>
        <p:txBody>
          <a:bodyPr lIns="144000" tIns="108000" rIns="108000" bIns="72000" anchor="t" anchorCtr="0"/>
          <a:lstStyle>
            <a:lvl1pPr marL="177800" indent="-177800" algn="l">
              <a:lnSpc>
                <a:spcPct val="120000"/>
              </a:lnSpc>
              <a:spcBef>
                <a:spcPts val="0"/>
              </a:spcBef>
              <a:buFont typeface="Arial" panose="020B0604020202020204" pitchFamily="34" charset="0"/>
              <a:buChar char="•"/>
              <a:defRPr sz="1400" b="1">
                <a:solidFill>
                  <a:srgbClr val="033865"/>
                </a:solidFill>
              </a:defRPr>
            </a:lvl1pPr>
          </a:lstStyle>
          <a:p>
            <a:pPr lvl="0"/>
            <a:endParaRPr kumimoji="1" lang="ja-JP" altLang="en-US"/>
          </a:p>
        </p:txBody>
      </p:sp>
      <p:sp>
        <p:nvSpPr>
          <p:cNvPr id="5" name="スライド番号プレースホルダー 5">
            <a:extLst>
              <a:ext uri="{FF2B5EF4-FFF2-40B4-BE49-F238E27FC236}">
                <a16:creationId xmlns:a16="http://schemas.microsoft.com/office/drawing/2014/main" id="{5A0A4BBC-71B1-24A6-F24F-5376B268D974}"/>
              </a:ext>
            </a:extLst>
          </p:cNvPr>
          <p:cNvSpPr txBox="1">
            <a:spLocks/>
          </p:cNvSpPr>
          <p:nvPr userDrawn="1"/>
        </p:nvSpPr>
        <p:spPr>
          <a:xfrm>
            <a:off x="11788041" y="6510540"/>
            <a:ext cx="403959" cy="365125"/>
          </a:xfrm>
          <a:prstGeom prst="rect">
            <a:avLst/>
          </a:prstGeom>
        </p:spPr>
        <p:txBody>
          <a:bodyPr vert="horz" wrap="square" lIns="91440" tIns="45720" rIns="91440" bIns="45720" rtlCol="0" anchor="ctr" anchorCtr="1">
            <a:noAutofit/>
          </a:bodyPr>
          <a:lstStyle>
            <a:defPPr>
              <a:defRPr lang="ja-JP"/>
            </a:defPPr>
            <a:lvl1pPr marL="0" algn="r" defTabSz="914400" rtl="0" eaLnBrk="1" latinLnBrk="0" hangingPunct="1">
              <a:defRPr kumimoji="1" sz="1200" kern="1200">
                <a:solidFill>
                  <a:schemeClr val="tx1">
                    <a:tint val="82000"/>
                  </a:schemeClr>
                </a:solidFill>
                <a:latin typeface="Helvetica" panose="020B0604020202020204" pitchFamily="34" charset="0"/>
                <a:ea typeface="BIZ UDPゴシック" panose="020B0400000000000000"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DD5ACCE-99FC-439C-B6F0-DA1395226501}" type="slidenum">
              <a:rPr lang="ja-JP" altLang="en-US" smtClean="0">
                <a:solidFill>
                  <a:srgbClr val="033865"/>
                </a:solidFill>
              </a:rPr>
              <a:pPr/>
              <a:t>‹#›</a:t>
            </a:fld>
            <a:endParaRPr lang="ja-JP" altLang="en-US">
              <a:solidFill>
                <a:srgbClr val="033865"/>
              </a:solidFill>
            </a:endParaRPr>
          </a:p>
        </p:txBody>
      </p:sp>
    </p:spTree>
    <p:extLst>
      <p:ext uri="{BB962C8B-B14F-4D97-AF65-F5344CB8AC3E}">
        <p14:creationId xmlns:p14="http://schemas.microsoft.com/office/powerpoint/2010/main" val="3582046896"/>
      </p:ext>
    </p:extLst>
  </p:cSld>
  <p:clrMapOvr>
    <a:masterClrMapping/>
  </p:clrMapOvr>
  <p:extLst>
    <p:ext uri="{DCECCB84-F9BA-43D5-87BE-67443E8EF086}">
      <p15:sldGuideLst xmlns:p15="http://schemas.microsoft.com/office/powerpoint/2012/main">
        <p15:guide id="2" orient="horz" pos="2387">
          <p15:clr>
            <a:srgbClr val="FBAE40"/>
          </p15:clr>
        </p15:guide>
        <p15:guide id="3" orient="horz" pos="3974">
          <p15:clr>
            <a:srgbClr val="FBAE40"/>
          </p15:clr>
        </p15:guide>
        <p15:guide id="4" orient="horz" pos="799">
          <p15:clr>
            <a:srgbClr val="FBAE40"/>
          </p15:clr>
        </p15:guide>
        <p15:guide id="5" pos="4861">
          <p15:clr>
            <a:srgbClr val="FBAE40"/>
          </p15:clr>
        </p15:guide>
        <p15:guide id="6" pos="4997">
          <p15:clr>
            <a:srgbClr val="FBAE40"/>
          </p15:clr>
        </p15:guide>
        <p15:guide id="7" pos="7310">
          <p15:clr>
            <a:srgbClr val="FBAE40"/>
          </p15:clr>
        </p15:guide>
        <p15:guide id="8" pos="370">
          <p15:clr>
            <a:srgbClr val="FBAE40"/>
          </p15:clr>
        </p15:guide>
        <p15:guide id="9" pos="261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基本：フロー図">
    <p:spTree>
      <p:nvGrpSpPr>
        <p:cNvPr id="1" name=""/>
        <p:cNvGrpSpPr/>
        <p:nvPr/>
      </p:nvGrpSpPr>
      <p:grpSpPr>
        <a:xfrm>
          <a:off x="0" y="0"/>
          <a:ext cx="0" cy="0"/>
          <a:chOff x="0" y="0"/>
          <a:chExt cx="0" cy="0"/>
        </a:xfrm>
      </p:grpSpPr>
      <p:sp>
        <p:nvSpPr>
          <p:cNvPr id="3" name="タイトル 3">
            <a:extLst>
              <a:ext uri="{FF2B5EF4-FFF2-40B4-BE49-F238E27FC236}">
                <a16:creationId xmlns:a16="http://schemas.microsoft.com/office/drawing/2014/main" id="{37692E47-0CC4-85D5-F7DC-8B9E3C92182F}"/>
              </a:ext>
            </a:extLst>
          </p:cNvPr>
          <p:cNvSpPr>
            <a:spLocks noGrp="1"/>
          </p:cNvSpPr>
          <p:nvPr>
            <p:ph type="title"/>
          </p:nvPr>
        </p:nvSpPr>
        <p:spPr>
          <a:xfrm>
            <a:off x="338282" y="195409"/>
            <a:ext cx="10222213" cy="4801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noAutofit/>
          </a:bodyPr>
          <a:lstStyle>
            <a:lvl1pPr>
              <a:defRPr lang="ja-JP" altLang="en-US" sz="2800" b="1" baseline="0">
                <a:solidFill>
                  <a:srgbClr val="033865"/>
                </a:solidFill>
                <a:latin typeface="Helvetica" panose="020B0604020202020204" pitchFamily="34" charset="0"/>
                <a:ea typeface="BIZ UDPゴシック" panose="020B0400000000000000" pitchFamily="50" charset="-128"/>
              </a:defRPr>
            </a:lvl1pPr>
          </a:lstStyle>
          <a:p>
            <a:pPr lvl="0"/>
            <a:r>
              <a:rPr kumimoji="1" lang="ja-JP" altLang="en-US" noProof="0"/>
              <a:t>マスター タイトルの書式設定</a:t>
            </a:r>
          </a:p>
        </p:txBody>
      </p:sp>
      <p:sp>
        <p:nvSpPr>
          <p:cNvPr id="2" name="正方形/長方形 1">
            <a:extLst>
              <a:ext uri="{FF2B5EF4-FFF2-40B4-BE49-F238E27FC236}">
                <a16:creationId xmlns:a16="http://schemas.microsoft.com/office/drawing/2014/main" id="{9C4BB6D7-2266-F9DE-0459-07E0BA69D3B0}"/>
              </a:ext>
            </a:extLst>
          </p:cNvPr>
          <p:cNvSpPr/>
          <p:nvPr userDrawn="1"/>
        </p:nvSpPr>
        <p:spPr>
          <a:xfrm>
            <a:off x="-1" y="761839"/>
            <a:ext cx="12193200" cy="10800"/>
          </a:xfrm>
          <a:prstGeom prst="rect">
            <a:avLst/>
          </a:prstGeom>
          <a:gradFill>
            <a:gsLst>
              <a:gs pos="100000">
                <a:srgbClr val="003965"/>
              </a:gs>
              <a:gs pos="0">
                <a:srgbClr val="0086C5"/>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endParaRPr kumimoji="1" lang="ja-JP" altLang="en-US" sz="2000" b="1">
              <a:solidFill>
                <a:schemeClr val="bg1"/>
              </a:solidFill>
              <a:latin typeface="BIZ UDPゴシック" panose="020B0400000000000000" pitchFamily="50" charset="-128"/>
              <a:ea typeface="BIZ UDPゴシック" panose="020B0400000000000000" pitchFamily="50" charset="-128"/>
            </a:endParaRPr>
          </a:p>
        </p:txBody>
      </p:sp>
      <p:sp>
        <p:nvSpPr>
          <p:cNvPr id="10" name="テキスト プレースホルダー 8">
            <a:extLst>
              <a:ext uri="{FF2B5EF4-FFF2-40B4-BE49-F238E27FC236}">
                <a16:creationId xmlns:a16="http://schemas.microsoft.com/office/drawing/2014/main" id="{10037309-8166-31B5-5D26-45D51E3D7EE6}"/>
              </a:ext>
            </a:extLst>
          </p:cNvPr>
          <p:cNvSpPr>
            <a:spLocks noGrp="1"/>
          </p:cNvSpPr>
          <p:nvPr>
            <p:ph type="body" sz="quarter" idx="11"/>
          </p:nvPr>
        </p:nvSpPr>
        <p:spPr>
          <a:xfrm>
            <a:off x="338282" y="858938"/>
            <a:ext cx="11529404" cy="504000"/>
          </a:xfrm>
          <a:prstGeom prst="rect">
            <a:avLst/>
          </a:prstGeom>
        </p:spPr>
        <p:txBody>
          <a:bodyPr/>
          <a:lstStyle>
            <a:lvl1pPr marL="228600" indent="-228600">
              <a:lnSpc>
                <a:spcPct val="120000"/>
              </a:lnSpc>
              <a:spcBef>
                <a:spcPts val="0"/>
              </a:spcBef>
              <a:buFont typeface="Wingdings" panose="05000000000000000000" pitchFamily="2" charset="2"/>
              <a:buChar char="n"/>
              <a:defRPr sz="2400" b="1">
                <a:solidFill>
                  <a:srgbClr val="033865"/>
                </a:solidFill>
              </a:defRPr>
            </a:lvl1pPr>
          </a:lstStyle>
          <a:p>
            <a:pPr lvl="0"/>
            <a:r>
              <a:rPr kumimoji="1" lang="ja-JP" altLang="en-US"/>
              <a:t>マスター テキストの書式設定</a:t>
            </a:r>
          </a:p>
        </p:txBody>
      </p:sp>
      <p:sp>
        <p:nvSpPr>
          <p:cNvPr id="16" name="テキスト プレースホルダー 11">
            <a:extLst>
              <a:ext uri="{FF2B5EF4-FFF2-40B4-BE49-F238E27FC236}">
                <a16:creationId xmlns:a16="http://schemas.microsoft.com/office/drawing/2014/main" id="{56717AC4-4E47-0672-6692-175A0FEC98C6}"/>
              </a:ext>
            </a:extLst>
          </p:cNvPr>
          <p:cNvSpPr>
            <a:spLocks noGrp="1"/>
          </p:cNvSpPr>
          <p:nvPr>
            <p:ph type="body" sz="quarter" idx="25" hasCustomPrompt="1"/>
          </p:nvPr>
        </p:nvSpPr>
        <p:spPr>
          <a:xfrm rot="5400000">
            <a:off x="2811026" y="4045580"/>
            <a:ext cx="845363" cy="194752"/>
          </a:xfrm>
          <a:prstGeom prst="triangle">
            <a:avLst/>
          </a:prstGeom>
          <a:solidFill>
            <a:schemeClr val="bg1">
              <a:lumMod val="50000"/>
            </a:schemeClr>
          </a:solidFill>
          <a:ln>
            <a:noFill/>
          </a:ln>
        </p:spPr>
        <p:txBody>
          <a:bodyPr lIns="180000" tIns="0" rIns="108000" bIns="0" anchor="ctr" anchorCtr="0"/>
          <a:lstStyle>
            <a:lvl1pPr marL="0" indent="0">
              <a:lnSpc>
                <a:spcPct val="100000"/>
              </a:lnSpc>
              <a:spcBef>
                <a:spcPts val="0"/>
              </a:spcBef>
              <a:buNone/>
              <a:defRPr sz="100" b="1">
                <a:solidFill>
                  <a:schemeClr val="bg1">
                    <a:lumMod val="50000"/>
                  </a:schemeClr>
                </a:solidFill>
              </a:defRPr>
            </a:lvl1pPr>
          </a:lstStyle>
          <a:p>
            <a:pPr lvl="0"/>
            <a:r>
              <a:rPr kumimoji="1" lang="ja-JP" altLang="en-US"/>
              <a:t>　</a:t>
            </a:r>
          </a:p>
        </p:txBody>
      </p:sp>
      <p:sp>
        <p:nvSpPr>
          <p:cNvPr id="37" name="テキスト プレースホルダー 11">
            <a:extLst>
              <a:ext uri="{FF2B5EF4-FFF2-40B4-BE49-F238E27FC236}">
                <a16:creationId xmlns:a16="http://schemas.microsoft.com/office/drawing/2014/main" id="{7D0A4D3A-36DE-58D9-0A9B-BFFE89E9A3F6}"/>
              </a:ext>
            </a:extLst>
          </p:cNvPr>
          <p:cNvSpPr>
            <a:spLocks noGrp="1"/>
          </p:cNvSpPr>
          <p:nvPr>
            <p:ph type="body" sz="quarter" idx="18"/>
          </p:nvPr>
        </p:nvSpPr>
        <p:spPr>
          <a:xfrm>
            <a:off x="547832" y="2087999"/>
            <a:ext cx="2414443" cy="496635"/>
          </a:xfrm>
          <a:prstGeom prst="round2SameRect">
            <a:avLst>
              <a:gd name="adj1" fmla="val 10913"/>
              <a:gd name="adj2" fmla="val 0"/>
            </a:avLst>
          </a:prstGeom>
          <a:solidFill>
            <a:srgbClr val="033865"/>
          </a:solidFill>
          <a:ln>
            <a:noFill/>
          </a:ln>
        </p:spPr>
        <p:txBody>
          <a:bodyPr lIns="180000" tIns="108000" rIns="108000" bIns="108000" anchor="ctr" anchorCtr="0"/>
          <a:lstStyle>
            <a:lvl1pPr marL="0" indent="0" algn="ctr">
              <a:buNone/>
              <a:defRPr sz="1600" b="1">
                <a:solidFill>
                  <a:schemeClr val="bg1"/>
                </a:solidFill>
              </a:defRPr>
            </a:lvl1pPr>
          </a:lstStyle>
          <a:p>
            <a:pPr lvl="0"/>
            <a:endParaRPr kumimoji="1" lang="ja-JP" altLang="en-US"/>
          </a:p>
        </p:txBody>
      </p:sp>
      <p:sp>
        <p:nvSpPr>
          <p:cNvPr id="46" name="テキスト プレースホルダー 11">
            <a:extLst>
              <a:ext uri="{FF2B5EF4-FFF2-40B4-BE49-F238E27FC236}">
                <a16:creationId xmlns:a16="http://schemas.microsoft.com/office/drawing/2014/main" id="{7EE49BF6-CDEB-D18C-A106-7B8BE65FD0A0}"/>
              </a:ext>
            </a:extLst>
          </p:cNvPr>
          <p:cNvSpPr>
            <a:spLocks noGrp="1"/>
          </p:cNvSpPr>
          <p:nvPr>
            <p:ph type="body" sz="quarter" idx="13"/>
          </p:nvPr>
        </p:nvSpPr>
        <p:spPr>
          <a:xfrm>
            <a:off x="547832" y="2584634"/>
            <a:ext cx="2414443" cy="3116645"/>
          </a:xfrm>
          <a:prstGeom prst="rect">
            <a:avLst/>
          </a:prstGeom>
          <a:solidFill>
            <a:schemeClr val="bg1">
              <a:lumMod val="95000"/>
            </a:schemeClr>
          </a:solidFill>
          <a:ln>
            <a:solidFill>
              <a:schemeClr val="bg1">
                <a:lumMod val="85000"/>
              </a:schemeClr>
            </a:solidFill>
          </a:ln>
        </p:spPr>
        <p:txBody>
          <a:bodyPr lIns="144000" tIns="108000" rIns="144000"/>
          <a:lstStyle>
            <a:lvl1pPr marL="177800" indent="-177800">
              <a:lnSpc>
                <a:spcPct val="120000"/>
              </a:lnSpc>
              <a:buFont typeface="Arial" panose="020B0604020202020204" pitchFamily="34" charset="0"/>
              <a:buChar char="•"/>
              <a:tabLst>
                <a:tab pos="88900" algn="l"/>
              </a:tabLst>
              <a:defRPr sz="1400" b="1">
                <a:solidFill>
                  <a:srgbClr val="033865"/>
                </a:solidFill>
              </a:defRPr>
            </a:lvl1pPr>
          </a:lstStyle>
          <a:p>
            <a:pPr lvl="0"/>
            <a:endParaRPr kumimoji="1" lang="ja-JP" altLang="en-US"/>
          </a:p>
        </p:txBody>
      </p:sp>
      <p:sp>
        <p:nvSpPr>
          <p:cNvPr id="47" name="テキスト プレースホルダー 11">
            <a:extLst>
              <a:ext uri="{FF2B5EF4-FFF2-40B4-BE49-F238E27FC236}">
                <a16:creationId xmlns:a16="http://schemas.microsoft.com/office/drawing/2014/main" id="{2D80795E-D510-8416-336E-BE83717A3388}"/>
              </a:ext>
            </a:extLst>
          </p:cNvPr>
          <p:cNvSpPr>
            <a:spLocks noGrp="1"/>
          </p:cNvSpPr>
          <p:nvPr>
            <p:ph type="body" sz="quarter" idx="26" hasCustomPrompt="1"/>
          </p:nvPr>
        </p:nvSpPr>
        <p:spPr>
          <a:xfrm rot="5400000">
            <a:off x="5671054" y="4045580"/>
            <a:ext cx="845363" cy="194752"/>
          </a:xfrm>
          <a:prstGeom prst="triangle">
            <a:avLst/>
          </a:prstGeom>
          <a:solidFill>
            <a:schemeClr val="bg1">
              <a:lumMod val="50000"/>
            </a:schemeClr>
          </a:solidFill>
          <a:ln>
            <a:noFill/>
          </a:ln>
        </p:spPr>
        <p:txBody>
          <a:bodyPr lIns="180000" tIns="0" rIns="108000" bIns="0" anchor="ctr" anchorCtr="0"/>
          <a:lstStyle>
            <a:lvl1pPr marL="0" indent="0">
              <a:lnSpc>
                <a:spcPct val="100000"/>
              </a:lnSpc>
              <a:spcBef>
                <a:spcPts val="0"/>
              </a:spcBef>
              <a:buNone/>
              <a:defRPr sz="100" b="1">
                <a:solidFill>
                  <a:schemeClr val="bg1">
                    <a:lumMod val="50000"/>
                  </a:schemeClr>
                </a:solidFill>
              </a:defRPr>
            </a:lvl1pPr>
          </a:lstStyle>
          <a:p>
            <a:pPr lvl="0"/>
            <a:r>
              <a:rPr kumimoji="1" lang="ja-JP" altLang="en-US"/>
              <a:t>　　</a:t>
            </a:r>
          </a:p>
        </p:txBody>
      </p:sp>
      <p:sp>
        <p:nvSpPr>
          <p:cNvPr id="48" name="テキスト プレースホルダー 11">
            <a:extLst>
              <a:ext uri="{FF2B5EF4-FFF2-40B4-BE49-F238E27FC236}">
                <a16:creationId xmlns:a16="http://schemas.microsoft.com/office/drawing/2014/main" id="{BF3886E2-7DE0-DB2F-CA58-80176BD8BAB0}"/>
              </a:ext>
            </a:extLst>
          </p:cNvPr>
          <p:cNvSpPr>
            <a:spLocks noGrp="1"/>
          </p:cNvSpPr>
          <p:nvPr>
            <p:ph type="body" sz="quarter" idx="27"/>
          </p:nvPr>
        </p:nvSpPr>
        <p:spPr>
          <a:xfrm>
            <a:off x="3432968" y="2087999"/>
            <a:ext cx="2414443" cy="496635"/>
          </a:xfrm>
          <a:prstGeom prst="round2SameRect">
            <a:avLst>
              <a:gd name="adj1" fmla="val 10913"/>
              <a:gd name="adj2" fmla="val 0"/>
            </a:avLst>
          </a:prstGeom>
          <a:solidFill>
            <a:srgbClr val="033865"/>
          </a:solidFill>
          <a:ln>
            <a:noFill/>
          </a:ln>
        </p:spPr>
        <p:txBody>
          <a:bodyPr lIns="180000" tIns="108000" rIns="108000" bIns="108000" anchor="ctr" anchorCtr="0"/>
          <a:lstStyle>
            <a:lvl1pPr marL="0" indent="0" algn="ctr">
              <a:buNone/>
              <a:defRPr sz="1600" b="1">
                <a:solidFill>
                  <a:schemeClr val="bg1"/>
                </a:solidFill>
              </a:defRPr>
            </a:lvl1pPr>
          </a:lstStyle>
          <a:p>
            <a:pPr lvl="0"/>
            <a:endParaRPr kumimoji="1" lang="ja-JP" altLang="en-US"/>
          </a:p>
        </p:txBody>
      </p:sp>
      <p:sp>
        <p:nvSpPr>
          <p:cNvPr id="49" name="テキスト プレースホルダー 11">
            <a:extLst>
              <a:ext uri="{FF2B5EF4-FFF2-40B4-BE49-F238E27FC236}">
                <a16:creationId xmlns:a16="http://schemas.microsoft.com/office/drawing/2014/main" id="{951C6F75-5161-8821-4882-99BCA49F54A2}"/>
              </a:ext>
            </a:extLst>
          </p:cNvPr>
          <p:cNvSpPr>
            <a:spLocks noGrp="1"/>
          </p:cNvSpPr>
          <p:nvPr>
            <p:ph type="body" sz="quarter" idx="28"/>
          </p:nvPr>
        </p:nvSpPr>
        <p:spPr>
          <a:xfrm>
            <a:off x="3432968" y="2584634"/>
            <a:ext cx="2414443" cy="3116645"/>
          </a:xfrm>
          <a:prstGeom prst="rect">
            <a:avLst/>
          </a:prstGeom>
          <a:solidFill>
            <a:schemeClr val="bg1">
              <a:lumMod val="95000"/>
            </a:schemeClr>
          </a:solidFill>
          <a:ln>
            <a:solidFill>
              <a:schemeClr val="bg1">
                <a:lumMod val="85000"/>
              </a:schemeClr>
            </a:solidFill>
          </a:ln>
        </p:spPr>
        <p:txBody>
          <a:bodyPr lIns="144000" tIns="108000" rIns="144000"/>
          <a:lstStyle>
            <a:lvl1pPr marL="177800" indent="-177800">
              <a:lnSpc>
                <a:spcPct val="120000"/>
              </a:lnSpc>
              <a:buFont typeface="Arial" panose="020B0604020202020204" pitchFamily="34" charset="0"/>
              <a:buChar char="•"/>
              <a:tabLst>
                <a:tab pos="88900" algn="l"/>
              </a:tabLst>
              <a:defRPr sz="1400" b="1">
                <a:solidFill>
                  <a:srgbClr val="033865"/>
                </a:solidFill>
              </a:defRPr>
            </a:lvl1pPr>
          </a:lstStyle>
          <a:p>
            <a:pPr lvl="0"/>
            <a:endParaRPr kumimoji="1" lang="ja-JP" altLang="en-US"/>
          </a:p>
        </p:txBody>
      </p:sp>
      <p:sp>
        <p:nvSpPr>
          <p:cNvPr id="50" name="テキスト プレースホルダー 11">
            <a:extLst>
              <a:ext uri="{FF2B5EF4-FFF2-40B4-BE49-F238E27FC236}">
                <a16:creationId xmlns:a16="http://schemas.microsoft.com/office/drawing/2014/main" id="{C4A69BFF-F0E7-9C55-BC44-6CACBD1C42C1}"/>
              </a:ext>
            </a:extLst>
          </p:cNvPr>
          <p:cNvSpPr>
            <a:spLocks noGrp="1"/>
          </p:cNvSpPr>
          <p:nvPr>
            <p:ph type="body" sz="quarter" idx="29"/>
          </p:nvPr>
        </p:nvSpPr>
        <p:spPr>
          <a:xfrm rot="5400000">
            <a:off x="8568744" y="4045580"/>
            <a:ext cx="845363" cy="194752"/>
          </a:xfrm>
          <a:prstGeom prst="triangle">
            <a:avLst/>
          </a:prstGeom>
          <a:solidFill>
            <a:schemeClr val="bg1">
              <a:lumMod val="50000"/>
            </a:schemeClr>
          </a:solidFill>
          <a:ln>
            <a:noFill/>
          </a:ln>
        </p:spPr>
        <p:txBody>
          <a:bodyPr lIns="180000" tIns="0" rIns="108000" bIns="0" anchor="ctr" anchorCtr="0"/>
          <a:lstStyle>
            <a:lvl1pPr marL="0" indent="0">
              <a:lnSpc>
                <a:spcPct val="100000"/>
              </a:lnSpc>
              <a:spcBef>
                <a:spcPts val="0"/>
              </a:spcBef>
              <a:buNone/>
              <a:defRPr sz="100" b="1">
                <a:solidFill>
                  <a:schemeClr val="bg1">
                    <a:lumMod val="50000"/>
                  </a:schemeClr>
                </a:solidFill>
              </a:defRPr>
            </a:lvl1pPr>
          </a:lstStyle>
          <a:p>
            <a:pPr lvl="0"/>
            <a:endParaRPr kumimoji="1" lang="ja-JP" altLang="en-US"/>
          </a:p>
        </p:txBody>
      </p:sp>
      <p:sp>
        <p:nvSpPr>
          <p:cNvPr id="51" name="テキスト プレースホルダー 11">
            <a:extLst>
              <a:ext uri="{FF2B5EF4-FFF2-40B4-BE49-F238E27FC236}">
                <a16:creationId xmlns:a16="http://schemas.microsoft.com/office/drawing/2014/main" id="{0BF8E87A-6D4C-AD94-9502-F3609F29F9F0}"/>
              </a:ext>
            </a:extLst>
          </p:cNvPr>
          <p:cNvSpPr>
            <a:spLocks noGrp="1"/>
          </p:cNvSpPr>
          <p:nvPr>
            <p:ph type="body" sz="quarter" idx="30"/>
          </p:nvPr>
        </p:nvSpPr>
        <p:spPr>
          <a:xfrm>
            <a:off x="6318104" y="2087999"/>
            <a:ext cx="2414443" cy="496635"/>
          </a:xfrm>
          <a:prstGeom prst="round2SameRect">
            <a:avLst>
              <a:gd name="adj1" fmla="val 10913"/>
              <a:gd name="adj2" fmla="val 0"/>
            </a:avLst>
          </a:prstGeom>
          <a:solidFill>
            <a:srgbClr val="033865"/>
          </a:solidFill>
          <a:ln>
            <a:noFill/>
          </a:ln>
        </p:spPr>
        <p:txBody>
          <a:bodyPr lIns="180000" tIns="108000" rIns="108000" bIns="108000" anchor="ctr" anchorCtr="0"/>
          <a:lstStyle>
            <a:lvl1pPr marL="0" indent="0" algn="ctr">
              <a:buNone/>
              <a:defRPr sz="1600" b="1">
                <a:solidFill>
                  <a:schemeClr val="bg1"/>
                </a:solidFill>
              </a:defRPr>
            </a:lvl1pPr>
          </a:lstStyle>
          <a:p>
            <a:pPr lvl="0"/>
            <a:endParaRPr kumimoji="1" lang="ja-JP" altLang="en-US"/>
          </a:p>
        </p:txBody>
      </p:sp>
      <p:sp>
        <p:nvSpPr>
          <p:cNvPr id="52" name="テキスト プレースホルダー 11">
            <a:extLst>
              <a:ext uri="{FF2B5EF4-FFF2-40B4-BE49-F238E27FC236}">
                <a16:creationId xmlns:a16="http://schemas.microsoft.com/office/drawing/2014/main" id="{C722EA0F-757E-B655-9C7D-26EF03B42F7F}"/>
              </a:ext>
            </a:extLst>
          </p:cNvPr>
          <p:cNvSpPr>
            <a:spLocks noGrp="1"/>
          </p:cNvSpPr>
          <p:nvPr>
            <p:ph type="body" sz="quarter" idx="31"/>
          </p:nvPr>
        </p:nvSpPr>
        <p:spPr>
          <a:xfrm>
            <a:off x="6318104" y="2584634"/>
            <a:ext cx="2414443" cy="3116645"/>
          </a:xfrm>
          <a:prstGeom prst="rect">
            <a:avLst/>
          </a:prstGeom>
          <a:solidFill>
            <a:schemeClr val="bg1">
              <a:lumMod val="95000"/>
            </a:schemeClr>
          </a:solidFill>
          <a:ln>
            <a:solidFill>
              <a:schemeClr val="bg1">
                <a:lumMod val="85000"/>
              </a:schemeClr>
            </a:solidFill>
          </a:ln>
        </p:spPr>
        <p:txBody>
          <a:bodyPr lIns="144000" tIns="108000" rIns="144000"/>
          <a:lstStyle>
            <a:lvl1pPr marL="177800" indent="-177800">
              <a:lnSpc>
                <a:spcPct val="120000"/>
              </a:lnSpc>
              <a:buFont typeface="Arial" panose="020B0604020202020204" pitchFamily="34" charset="0"/>
              <a:buChar char="•"/>
              <a:tabLst>
                <a:tab pos="88900" algn="l"/>
              </a:tabLst>
              <a:defRPr sz="1400" b="1">
                <a:solidFill>
                  <a:srgbClr val="033865"/>
                </a:solidFill>
              </a:defRPr>
            </a:lvl1pPr>
          </a:lstStyle>
          <a:p>
            <a:pPr lvl="0"/>
            <a:endParaRPr kumimoji="1" lang="ja-JP" altLang="en-US"/>
          </a:p>
        </p:txBody>
      </p:sp>
      <p:sp>
        <p:nvSpPr>
          <p:cNvPr id="54" name="テキスト プレースホルダー 11">
            <a:extLst>
              <a:ext uri="{FF2B5EF4-FFF2-40B4-BE49-F238E27FC236}">
                <a16:creationId xmlns:a16="http://schemas.microsoft.com/office/drawing/2014/main" id="{5385D2EC-342D-0085-D111-A3B0342CAC27}"/>
              </a:ext>
            </a:extLst>
          </p:cNvPr>
          <p:cNvSpPr>
            <a:spLocks noGrp="1"/>
          </p:cNvSpPr>
          <p:nvPr>
            <p:ph type="body" sz="quarter" idx="33"/>
          </p:nvPr>
        </p:nvSpPr>
        <p:spPr>
          <a:xfrm>
            <a:off x="9203240" y="2087999"/>
            <a:ext cx="2414443" cy="496635"/>
          </a:xfrm>
          <a:prstGeom prst="round2SameRect">
            <a:avLst>
              <a:gd name="adj1" fmla="val 10913"/>
              <a:gd name="adj2" fmla="val 0"/>
            </a:avLst>
          </a:prstGeom>
          <a:solidFill>
            <a:srgbClr val="033865"/>
          </a:solidFill>
          <a:ln>
            <a:noFill/>
          </a:ln>
        </p:spPr>
        <p:txBody>
          <a:bodyPr lIns="180000" tIns="108000" rIns="108000" bIns="108000" anchor="ctr" anchorCtr="0"/>
          <a:lstStyle>
            <a:lvl1pPr marL="0" indent="0" algn="ctr">
              <a:buNone/>
              <a:defRPr sz="1600" b="1">
                <a:solidFill>
                  <a:schemeClr val="bg1"/>
                </a:solidFill>
              </a:defRPr>
            </a:lvl1pPr>
          </a:lstStyle>
          <a:p>
            <a:pPr lvl="0"/>
            <a:endParaRPr kumimoji="1" lang="ja-JP" altLang="en-US"/>
          </a:p>
        </p:txBody>
      </p:sp>
      <p:sp>
        <p:nvSpPr>
          <p:cNvPr id="55" name="テキスト プレースホルダー 11">
            <a:extLst>
              <a:ext uri="{FF2B5EF4-FFF2-40B4-BE49-F238E27FC236}">
                <a16:creationId xmlns:a16="http://schemas.microsoft.com/office/drawing/2014/main" id="{3A7017F7-9AF6-7EF9-258E-1FD08E793E5F}"/>
              </a:ext>
            </a:extLst>
          </p:cNvPr>
          <p:cNvSpPr>
            <a:spLocks noGrp="1"/>
          </p:cNvSpPr>
          <p:nvPr>
            <p:ph type="body" sz="quarter" idx="34"/>
          </p:nvPr>
        </p:nvSpPr>
        <p:spPr>
          <a:xfrm>
            <a:off x="9203240" y="2584634"/>
            <a:ext cx="2414443" cy="3116645"/>
          </a:xfrm>
          <a:prstGeom prst="rect">
            <a:avLst/>
          </a:prstGeom>
          <a:solidFill>
            <a:schemeClr val="bg1">
              <a:lumMod val="95000"/>
            </a:schemeClr>
          </a:solidFill>
          <a:ln>
            <a:solidFill>
              <a:schemeClr val="bg1">
                <a:lumMod val="85000"/>
              </a:schemeClr>
            </a:solidFill>
          </a:ln>
        </p:spPr>
        <p:txBody>
          <a:bodyPr lIns="144000" tIns="108000" rIns="144000"/>
          <a:lstStyle>
            <a:lvl1pPr marL="177800" indent="-177800">
              <a:lnSpc>
                <a:spcPct val="120000"/>
              </a:lnSpc>
              <a:buFont typeface="Arial" panose="020B0604020202020204" pitchFamily="34" charset="0"/>
              <a:buChar char="•"/>
              <a:tabLst>
                <a:tab pos="88900" algn="l"/>
              </a:tabLst>
              <a:defRPr sz="1400" b="1">
                <a:solidFill>
                  <a:srgbClr val="033865"/>
                </a:solidFill>
              </a:defRPr>
            </a:lvl1pPr>
          </a:lstStyle>
          <a:p>
            <a:pPr lvl="0"/>
            <a:endParaRPr kumimoji="1" lang="ja-JP" altLang="en-US"/>
          </a:p>
        </p:txBody>
      </p:sp>
      <p:sp>
        <p:nvSpPr>
          <p:cNvPr id="5" name="スライド番号プレースホルダー 5">
            <a:extLst>
              <a:ext uri="{FF2B5EF4-FFF2-40B4-BE49-F238E27FC236}">
                <a16:creationId xmlns:a16="http://schemas.microsoft.com/office/drawing/2014/main" id="{33E2B2A7-C2E2-0B85-A753-D221A0AB417E}"/>
              </a:ext>
            </a:extLst>
          </p:cNvPr>
          <p:cNvSpPr txBox="1">
            <a:spLocks/>
          </p:cNvSpPr>
          <p:nvPr userDrawn="1"/>
        </p:nvSpPr>
        <p:spPr>
          <a:xfrm>
            <a:off x="11788041" y="6510540"/>
            <a:ext cx="403959" cy="365125"/>
          </a:xfrm>
          <a:prstGeom prst="rect">
            <a:avLst/>
          </a:prstGeom>
        </p:spPr>
        <p:txBody>
          <a:bodyPr vert="horz" wrap="square" lIns="91440" tIns="45720" rIns="91440" bIns="45720" rtlCol="0" anchor="ctr" anchorCtr="1">
            <a:noAutofit/>
          </a:bodyPr>
          <a:lstStyle>
            <a:defPPr>
              <a:defRPr lang="ja-JP"/>
            </a:defPPr>
            <a:lvl1pPr marL="0" algn="r" defTabSz="914400" rtl="0" eaLnBrk="1" latinLnBrk="0" hangingPunct="1">
              <a:defRPr kumimoji="1" sz="1200" kern="1200">
                <a:solidFill>
                  <a:schemeClr val="tx1">
                    <a:tint val="82000"/>
                  </a:schemeClr>
                </a:solidFill>
                <a:latin typeface="Helvetica" panose="020B0604020202020204" pitchFamily="34" charset="0"/>
                <a:ea typeface="BIZ UDPゴシック" panose="020B0400000000000000"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DD5ACCE-99FC-439C-B6F0-DA1395226501}" type="slidenum">
              <a:rPr lang="ja-JP" altLang="en-US" smtClean="0">
                <a:solidFill>
                  <a:srgbClr val="033865"/>
                </a:solidFill>
              </a:rPr>
              <a:pPr/>
              <a:t>‹#›</a:t>
            </a:fld>
            <a:endParaRPr lang="ja-JP" altLang="en-US">
              <a:solidFill>
                <a:srgbClr val="033865"/>
              </a:solidFill>
            </a:endParaRPr>
          </a:p>
        </p:txBody>
      </p:sp>
    </p:spTree>
    <p:extLst>
      <p:ext uri="{BB962C8B-B14F-4D97-AF65-F5344CB8AC3E}">
        <p14:creationId xmlns:p14="http://schemas.microsoft.com/office/powerpoint/2010/main" val="689713570"/>
      </p:ext>
    </p:extLst>
  </p:cSld>
  <p:clrMapOvr>
    <a:masterClrMapping/>
  </p:clrMapOvr>
  <p:extLst>
    <p:ext uri="{DCECCB84-F9BA-43D5-87BE-67443E8EF086}">
      <p15:sldGuideLst xmlns:p15="http://schemas.microsoft.com/office/powerpoint/2012/main">
        <p15:guide id="2" orient="horz" pos="2387">
          <p15:clr>
            <a:srgbClr val="FBAE40"/>
          </p15:clr>
        </p15:guide>
        <p15:guide id="3" orient="horz" pos="3974">
          <p15:clr>
            <a:srgbClr val="FBAE40"/>
          </p15:clr>
        </p15:guide>
        <p15:guide id="4" orient="horz" pos="799">
          <p15:clr>
            <a:srgbClr val="FBAE40"/>
          </p15:clr>
        </p15:guide>
        <p15:guide id="5" pos="4861">
          <p15:clr>
            <a:srgbClr val="FBAE40"/>
          </p15:clr>
        </p15:guide>
        <p15:guide id="6" pos="4997">
          <p15:clr>
            <a:srgbClr val="FBAE40"/>
          </p15:clr>
        </p15:guide>
        <p15:guide id="7" pos="7310">
          <p15:clr>
            <a:srgbClr val="FBAE40"/>
          </p15:clr>
        </p15:guide>
        <p15:guide id="8" pos="370">
          <p15:clr>
            <a:srgbClr val="FBAE40"/>
          </p15:clr>
        </p15:guide>
        <p15:guide id="9" pos="261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基本：表テーブル挿入スライド">
    <p:spTree>
      <p:nvGrpSpPr>
        <p:cNvPr id="1" name=""/>
        <p:cNvGrpSpPr/>
        <p:nvPr/>
      </p:nvGrpSpPr>
      <p:grpSpPr>
        <a:xfrm>
          <a:off x="0" y="0"/>
          <a:ext cx="0" cy="0"/>
          <a:chOff x="0" y="0"/>
          <a:chExt cx="0" cy="0"/>
        </a:xfrm>
      </p:grpSpPr>
      <p:sp>
        <p:nvSpPr>
          <p:cNvPr id="3" name="タイトル 3">
            <a:extLst>
              <a:ext uri="{FF2B5EF4-FFF2-40B4-BE49-F238E27FC236}">
                <a16:creationId xmlns:a16="http://schemas.microsoft.com/office/drawing/2014/main" id="{37692E47-0CC4-85D5-F7DC-8B9E3C92182F}"/>
              </a:ext>
            </a:extLst>
          </p:cNvPr>
          <p:cNvSpPr>
            <a:spLocks noGrp="1"/>
          </p:cNvSpPr>
          <p:nvPr>
            <p:ph type="title"/>
          </p:nvPr>
        </p:nvSpPr>
        <p:spPr>
          <a:xfrm>
            <a:off x="338282" y="195409"/>
            <a:ext cx="10222213" cy="4801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noAutofit/>
          </a:bodyPr>
          <a:lstStyle>
            <a:lvl1pPr>
              <a:defRPr lang="ja-JP" altLang="en-US" sz="2800" b="1" baseline="0">
                <a:solidFill>
                  <a:srgbClr val="033865"/>
                </a:solidFill>
                <a:latin typeface="Helvetica" panose="020B0604020202020204" pitchFamily="34" charset="0"/>
                <a:ea typeface="BIZ UDPゴシック" panose="020B0400000000000000" pitchFamily="50" charset="-128"/>
              </a:defRPr>
            </a:lvl1pPr>
          </a:lstStyle>
          <a:p>
            <a:pPr lvl="0"/>
            <a:r>
              <a:rPr kumimoji="1" lang="ja-JP" altLang="en-US" noProof="0"/>
              <a:t>マスター タイトルの書式設定</a:t>
            </a:r>
          </a:p>
        </p:txBody>
      </p:sp>
      <p:sp>
        <p:nvSpPr>
          <p:cNvPr id="2" name="正方形/長方形 1">
            <a:extLst>
              <a:ext uri="{FF2B5EF4-FFF2-40B4-BE49-F238E27FC236}">
                <a16:creationId xmlns:a16="http://schemas.microsoft.com/office/drawing/2014/main" id="{9C4BB6D7-2266-F9DE-0459-07E0BA69D3B0}"/>
              </a:ext>
            </a:extLst>
          </p:cNvPr>
          <p:cNvSpPr/>
          <p:nvPr userDrawn="1"/>
        </p:nvSpPr>
        <p:spPr>
          <a:xfrm>
            <a:off x="-1" y="761839"/>
            <a:ext cx="12193200" cy="10800"/>
          </a:xfrm>
          <a:prstGeom prst="rect">
            <a:avLst/>
          </a:prstGeom>
          <a:gradFill>
            <a:gsLst>
              <a:gs pos="100000">
                <a:srgbClr val="003965"/>
              </a:gs>
              <a:gs pos="0">
                <a:srgbClr val="0086C5"/>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endParaRPr kumimoji="1" lang="ja-JP" altLang="en-US" sz="2000" b="1">
              <a:solidFill>
                <a:schemeClr val="bg1"/>
              </a:solidFill>
              <a:latin typeface="BIZ UDPゴシック" panose="020B0400000000000000" pitchFamily="50" charset="-128"/>
              <a:ea typeface="BIZ UDPゴシック" panose="020B0400000000000000" pitchFamily="50" charset="-128"/>
            </a:endParaRPr>
          </a:p>
        </p:txBody>
      </p:sp>
      <p:sp>
        <p:nvSpPr>
          <p:cNvPr id="10" name="テキスト プレースホルダー 8">
            <a:extLst>
              <a:ext uri="{FF2B5EF4-FFF2-40B4-BE49-F238E27FC236}">
                <a16:creationId xmlns:a16="http://schemas.microsoft.com/office/drawing/2014/main" id="{10037309-8166-31B5-5D26-45D51E3D7EE6}"/>
              </a:ext>
            </a:extLst>
          </p:cNvPr>
          <p:cNvSpPr>
            <a:spLocks noGrp="1"/>
          </p:cNvSpPr>
          <p:nvPr>
            <p:ph type="body" sz="quarter" idx="11"/>
          </p:nvPr>
        </p:nvSpPr>
        <p:spPr>
          <a:xfrm>
            <a:off x="338282" y="858937"/>
            <a:ext cx="11529404" cy="504000"/>
          </a:xfrm>
          <a:prstGeom prst="rect">
            <a:avLst/>
          </a:prstGeom>
        </p:spPr>
        <p:txBody>
          <a:bodyPr/>
          <a:lstStyle>
            <a:lvl1pPr marL="228600" indent="-228600">
              <a:lnSpc>
                <a:spcPct val="120000"/>
              </a:lnSpc>
              <a:spcBef>
                <a:spcPts val="0"/>
              </a:spcBef>
              <a:buFont typeface="Wingdings" panose="05000000000000000000" pitchFamily="2" charset="2"/>
              <a:buChar char="n"/>
              <a:defRPr sz="2400" b="1">
                <a:solidFill>
                  <a:srgbClr val="033865"/>
                </a:solidFill>
              </a:defRPr>
            </a:lvl1pPr>
          </a:lstStyle>
          <a:p>
            <a:pPr lvl="0"/>
            <a:r>
              <a:rPr kumimoji="1" lang="ja-JP" altLang="en-US"/>
              <a:t>マスター テキストの書式設定</a:t>
            </a:r>
          </a:p>
        </p:txBody>
      </p:sp>
      <p:sp>
        <p:nvSpPr>
          <p:cNvPr id="7" name="表プレースホルダー 6">
            <a:extLst>
              <a:ext uri="{FF2B5EF4-FFF2-40B4-BE49-F238E27FC236}">
                <a16:creationId xmlns:a16="http://schemas.microsoft.com/office/drawing/2014/main" id="{CED353AC-780A-C93B-3B94-C64E630FFA62}"/>
              </a:ext>
            </a:extLst>
          </p:cNvPr>
          <p:cNvSpPr>
            <a:spLocks noGrp="1"/>
          </p:cNvSpPr>
          <p:nvPr>
            <p:ph type="tbl" sz="quarter" idx="12"/>
          </p:nvPr>
        </p:nvSpPr>
        <p:spPr>
          <a:xfrm>
            <a:off x="338138" y="1549400"/>
            <a:ext cx="11530012" cy="4686300"/>
          </a:xfrm>
          <a:prstGeom prst="rect">
            <a:avLst/>
          </a:prstGeom>
        </p:spPr>
        <p:txBody>
          <a:bodyPr/>
          <a:lstStyle/>
          <a:p>
            <a:endParaRPr kumimoji="1" lang="ja-JP" altLang="en-US"/>
          </a:p>
        </p:txBody>
      </p:sp>
      <p:sp>
        <p:nvSpPr>
          <p:cNvPr id="5" name="スライド番号プレースホルダー 5">
            <a:extLst>
              <a:ext uri="{FF2B5EF4-FFF2-40B4-BE49-F238E27FC236}">
                <a16:creationId xmlns:a16="http://schemas.microsoft.com/office/drawing/2014/main" id="{BECC10F7-7F9A-DED8-0BED-8C7986B99F40}"/>
              </a:ext>
            </a:extLst>
          </p:cNvPr>
          <p:cNvSpPr txBox="1">
            <a:spLocks/>
          </p:cNvSpPr>
          <p:nvPr userDrawn="1"/>
        </p:nvSpPr>
        <p:spPr>
          <a:xfrm>
            <a:off x="11788041" y="6510540"/>
            <a:ext cx="403959" cy="365125"/>
          </a:xfrm>
          <a:prstGeom prst="rect">
            <a:avLst/>
          </a:prstGeom>
        </p:spPr>
        <p:txBody>
          <a:bodyPr vert="horz" wrap="square" lIns="91440" tIns="45720" rIns="91440" bIns="45720" rtlCol="0" anchor="ctr" anchorCtr="1">
            <a:noAutofit/>
          </a:bodyPr>
          <a:lstStyle>
            <a:defPPr>
              <a:defRPr lang="ja-JP"/>
            </a:defPPr>
            <a:lvl1pPr marL="0" algn="r" defTabSz="914400" rtl="0" eaLnBrk="1" latinLnBrk="0" hangingPunct="1">
              <a:defRPr kumimoji="1" sz="1200" kern="1200">
                <a:solidFill>
                  <a:schemeClr val="tx1">
                    <a:tint val="82000"/>
                  </a:schemeClr>
                </a:solidFill>
                <a:latin typeface="Helvetica" panose="020B0604020202020204" pitchFamily="34" charset="0"/>
                <a:ea typeface="BIZ UDPゴシック" panose="020B0400000000000000"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DD5ACCE-99FC-439C-B6F0-DA1395226501}" type="slidenum">
              <a:rPr lang="ja-JP" altLang="en-US" smtClean="0">
                <a:solidFill>
                  <a:srgbClr val="033865"/>
                </a:solidFill>
              </a:rPr>
              <a:pPr/>
              <a:t>‹#›</a:t>
            </a:fld>
            <a:endParaRPr lang="ja-JP" altLang="en-US">
              <a:solidFill>
                <a:srgbClr val="033865"/>
              </a:solidFill>
            </a:endParaRPr>
          </a:p>
        </p:txBody>
      </p:sp>
    </p:spTree>
    <p:extLst>
      <p:ext uri="{BB962C8B-B14F-4D97-AF65-F5344CB8AC3E}">
        <p14:creationId xmlns:p14="http://schemas.microsoft.com/office/powerpoint/2010/main" val="2788374805"/>
      </p:ext>
    </p:extLst>
  </p:cSld>
  <p:clrMapOvr>
    <a:masterClrMapping/>
  </p:clrMapOvr>
  <p:extLst>
    <p:ext uri="{DCECCB84-F9BA-43D5-87BE-67443E8EF086}">
      <p15:sldGuideLst xmlns:p15="http://schemas.microsoft.com/office/powerpoint/2012/main">
        <p15:guide id="2" orient="horz" pos="2387">
          <p15:clr>
            <a:srgbClr val="FBAE40"/>
          </p15:clr>
        </p15:guide>
        <p15:guide id="3" orient="horz" pos="3974">
          <p15:clr>
            <a:srgbClr val="FBAE40"/>
          </p15:clr>
        </p15:guide>
        <p15:guide id="4" orient="horz" pos="799">
          <p15:clr>
            <a:srgbClr val="FBAE40"/>
          </p15:clr>
        </p15:guide>
        <p15:guide id="5" pos="4861">
          <p15:clr>
            <a:srgbClr val="FBAE40"/>
          </p15:clr>
        </p15:guide>
        <p15:guide id="6" pos="4997">
          <p15:clr>
            <a:srgbClr val="FBAE40"/>
          </p15:clr>
        </p15:guide>
        <p15:guide id="7" pos="7310">
          <p15:clr>
            <a:srgbClr val="FBAE40"/>
          </p15:clr>
        </p15:guide>
        <p15:guide id="8" pos="370">
          <p15:clr>
            <a:srgbClr val="FBAE40"/>
          </p15:clr>
        </p15:guide>
        <p15:guide id="9" pos="261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ホワイトページ（ロゴなし）">
    <p:spTree>
      <p:nvGrpSpPr>
        <p:cNvPr id="1" name=""/>
        <p:cNvGrpSpPr/>
        <p:nvPr/>
      </p:nvGrpSpPr>
      <p:grpSpPr>
        <a:xfrm>
          <a:off x="0" y="0"/>
          <a:ext cx="0" cy="0"/>
          <a:chOff x="0" y="0"/>
          <a:chExt cx="0" cy="0"/>
        </a:xfrm>
      </p:grpSpPr>
      <p:sp>
        <p:nvSpPr>
          <p:cNvPr id="5" name="スライド番号プレースホルダー 5">
            <a:extLst>
              <a:ext uri="{FF2B5EF4-FFF2-40B4-BE49-F238E27FC236}">
                <a16:creationId xmlns:a16="http://schemas.microsoft.com/office/drawing/2014/main" id="{039D0358-3ECC-D9C4-8913-5B67D345074A}"/>
              </a:ext>
            </a:extLst>
          </p:cNvPr>
          <p:cNvSpPr txBox="1">
            <a:spLocks/>
          </p:cNvSpPr>
          <p:nvPr userDrawn="1"/>
        </p:nvSpPr>
        <p:spPr>
          <a:xfrm>
            <a:off x="11788041" y="6510540"/>
            <a:ext cx="403959" cy="365125"/>
          </a:xfrm>
          <a:prstGeom prst="rect">
            <a:avLst/>
          </a:prstGeom>
        </p:spPr>
        <p:txBody>
          <a:bodyPr vert="horz" wrap="square" lIns="91440" tIns="45720" rIns="91440" bIns="45720" rtlCol="0" anchor="ctr" anchorCtr="1">
            <a:noAutofit/>
          </a:bodyPr>
          <a:lstStyle>
            <a:defPPr>
              <a:defRPr lang="ja-JP"/>
            </a:defPPr>
            <a:lvl1pPr marL="0" algn="r" defTabSz="914400" rtl="0" eaLnBrk="1" latinLnBrk="0" hangingPunct="1">
              <a:defRPr kumimoji="1" sz="1200" kern="1200">
                <a:solidFill>
                  <a:schemeClr val="tx1">
                    <a:tint val="82000"/>
                  </a:schemeClr>
                </a:solidFill>
                <a:latin typeface="Helvetica" panose="020B0604020202020204" pitchFamily="34" charset="0"/>
                <a:ea typeface="BIZ UDPゴシック" panose="020B0400000000000000"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DD5ACCE-99FC-439C-B6F0-DA1395226501}" type="slidenum">
              <a:rPr lang="ja-JP" altLang="en-US" smtClean="0">
                <a:solidFill>
                  <a:srgbClr val="033865"/>
                </a:solidFill>
              </a:rPr>
              <a:pPr/>
              <a:t>‹#›</a:t>
            </a:fld>
            <a:endParaRPr lang="ja-JP" altLang="en-US">
              <a:solidFill>
                <a:srgbClr val="033865"/>
              </a:solidFill>
            </a:endParaRPr>
          </a:p>
        </p:txBody>
      </p:sp>
      <p:sp>
        <p:nvSpPr>
          <p:cNvPr id="6" name="タイトル 3">
            <a:extLst>
              <a:ext uri="{FF2B5EF4-FFF2-40B4-BE49-F238E27FC236}">
                <a16:creationId xmlns:a16="http://schemas.microsoft.com/office/drawing/2014/main" id="{520ECCAE-E64B-5605-7F75-A9B9015B6ACB}"/>
              </a:ext>
            </a:extLst>
          </p:cNvPr>
          <p:cNvSpPr>
            <a:spLocks noGrp="1"/>
          </p:cNvSpPr>
          <p:nvPr>
            <p:ph type="title"/>
          </p:nvPr>
        </p:nvSpPr>
        <p:spPr>
          <a:xfrm>
            <a:off x="338282" y="195409"/>
            <a:ext cx="10222213" cy="4801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a:defRPr lang="ja-JP" altLang="en-US" sz="2800" b="1" baseline="0">
                <a:solidFill>
                  <a:srgbClr val="033865"/>
                </a:solidFill>
                <a:latin typeface="Helvetica" panose="020B0604020202020204" pitchFamily="34" charset="0"/>
                <a:ea typeface="BIZ UDPゴシック" panose="020B0400000000000000" pitchFamily="50" charset="-128"/>
              </a:defRPr>
            </a:lvl1pPr>
          </a:lstStyle>
          <a:p>
            <a:pPr lvl="0"/>
            <a:r>
              <a:rPr kumimoji="1" lang="ja-JP" altLang="en-US" noProof="0"/>
              <a:t>マスター タイトルの書式設定</a:t>
            </a:r>
          </a:p>
        </p:txBody>
      </p:sp>
      <p:sp>
        <p:nvSpPr>
          <p:cNvPr id="3" name="テキスト プレースホルダー 8">
            <a:extLst>
              <a:ext uri="{FF2B5EF4-FFF2-40B4-BE49-F238E27FC236}">
                <a16:creationId xmlns:a16="http://schemas.microsoft.com/office/drawing/2014/main" id="{9E802428-A099-DDBD-3346-2AC1A198F23F}"/>
              </a:ext>
            </a:extLst>
          </p:cNvPr>
          <p:cNvSpPr>
            <a:spLocks noGrp="1"/>
          </p:cNvSpPr>
          <p:nvPr>
            <p:ph type="body" sz="quarter" idx="11"/>
          </p:nvPr>
        </p:nvSpPr>
        <p:spPr>
          <a:xfrm>
            <a:off x="338282" y="858938"/>
            <a:ext cx="11529404" cy="439653"/>
          </a:xfrm>
          <a:prstGeom prst="rect">
            <a:avLst/>
          </a:prstGeom>
        </p:spPr>
        <p:txBody>
          <a:bodyPr/>
          <a:lstStyle>
            <a:lvl1pPr marL="228600" indent="-228600">
              <a:lnSpc>
                <a:spcPct val="120000"/>
              </a:lnSpc>
              <a:spcBef>
                <a:spcPts val="0"/>
              </a:spcBef>
              <a:buFont typeface="Wingdings" panose="05000000000000000000" pitchFamily="2" charset="2"/>
              <a:buChar char="n"/>
              <a:defRPr sz="2400" b="1">
                <a:solidFill>
                  <a:srgbClr val="033865"/>
                </a:solidFill>
              </a:defRPr>
            </a:lvl1pPr>
          </a:lstStyle>
          <a:p>
            <a:pPr lvl="0"/>
            <a:r>
              <a:rPr kumimoji="1" lang="ja-JP" altLang="en-US"/>
              <a:t>マスター テキストの書式設定</a:t>
            </a:r>
          </a:p>
        </p:txBody>
      </p:sp>
      <p:sp>
        <p:nvSpPr>
          <p:cNvPr id="4" name="テキスト プレースホルダー 11">
            <a:extLst>
              <a:ext uri="{FF2B5EF4-FFF2-40B4-BE49-F238E27FC236}">
                <a16:creationId xmlns:a16="http://schemas.microsoft.com/office/drawing/2014/main" id="{33E4CFFB-0CFE-D280-940F-FF6CD5B99972}"/>
              </a:ext>
            </a:extLst>
          </p:cNvPr>
          <p:cNvSpPr>
            <a:spLocks noGrp="1"/>
          </p:cNvSpPr>
          <p:nvPr>
            <p:ph type="body" sz="quarter" idx="12"/>
          </p:nvPr>
        </p:nvSpPr>
        <p:spPr>
          <a:xfrm>
            <a:off x="338280" y="1475737"/>
            <a:ext cx="11529404" cy="848364"/>
          </a:xfrm>
          <a:prstGeom prst="rect">
            <a:avLst/>
          </a:prstGeom>
        </p:spPr>
        <p:txBody>
          <a:bodyPr/>
          <a:lstStyle>
            <a:lvl1pPr marL="0" indent="0">
              <a:lnSpc>
                <a:spcPct val="110000"/>
              </a:lnSpc>
              <a:buNone/>
              <a:defRPr sz="1800" b="1">
                <a:solidFill>
                  <a:srgbClr val="033865"/>
                </a:solidFill>
              </a:defRPr>
            </a:lvl1pPr>
          </a:lstStyle>
          <a:p>
            <a:pPr lvl="0"/>
            <a:endParaRPr kumimoji="1" lang="ja-JP" altLang="en-US"/>
          </a:p>
        </p:txBody>
      </p:sp>
    </p:spTree>
    <p:extLst>
      <p:ext uri="{BB962C8B-B14F-4D97-AF65-F5344CB8AC3E}">
        <p14:creationId xmlns:p14="http://schemas.microsoft.com/office/powerpoint/2010/main" val="41647832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基本：機密">
    <p:bg>
      <p:bgPr>
        <a:solidFill>
          <a:schemeClr val="bg1"/>
        </a:solidFill>
        <a:effectLst/>
      </p:bgPr>
    </p:bg>
    <p:spTree>
      <p:nvGrpSpPr>
        <p:cNvPr id="1" name=""/>
        <p:cNvGrpSpPr/>
        <p:nvPr/>
      </p:nvGrpSpPr>
      <p:grpSpPr>
        <a:xfrm>
          <a:off x="0" y="0"/>
          <a:ext cx="0" cy="0"/>
          <a:chOff x="0" y="0"/>
          <a:chExt cx="0" cy="0"/>
        </a:xfrm>
      </p:grpSpPr>
      <p:grpSp>
        <p:nvGrpSpPr>
          <p:cNvPr id="5" name="グループ化 4">
            <a:extLst>
              <a:ext uri="{FF2B5EF4-FFF2-40B4-BE49-F238E27FC236}">
                <a16:creationId xmlns:a16="http://schemas.microsoft.com/office/drawing/2014/main" id="{D8E582E3-BEFB-52C8-4DAC-171C4811EC89}"/>
              </a:ext>
            </a:extLst>
          </p:cNvPr>
          <p:cNvGrpSpPr/>
          <p:nvPr userDrawn="1"/>
        </p:nvGrpSpPr>
        <p:grpSpPr>
          <a:xfrm>
            <a:off x="-25533" y="0"/>
            <a:ext cx="12217533" cy="6865620"/>
            <a:chOff x="-25533" y="0"/>
            <a:chExt cx="12217533" cy="6865620"/>
          </a:xfrm>
        </p:grpSpPr>
        <p:cxnSp>
          <p:nvCxnSpPr>
            <p:cNvPr id="6" name="直線コネクタ 5">
              <a:extLst>
                <a:ext uri="{FF2B5EF4-FFF2-40B4-BE49-F238E27FC236}">
                  <a16:creationId xmlns:a16="http://schemas.microsoft.com/office/drawing/2014/main" id="{623AD14E-05DC-8FC8-789B-97B7920B655B}"/>
                </a:ext>
              </a:extLst>
            </p:cNvPr>
            <p:cNvCxnSpPr>
              <a:cxnSpLocks/>
            </p:cNvCxnSpPr>
            <p:nvPr userDrawn="1"/>
          </p:nvCxnSpPr>
          <p:spPr>
            <a:xfrm>
              <a:off x="324312" y="7620"/>
              <a:ext cx="0" cy="6858000"/>
            </a:xfrm>
            <a:prstGeom prst="line">
              <a:avLst/>
            </a:prstGeom>
            <a:ln>
              <a:noFill/>
              <a:prstDash val="dash"/>
            </a:ln>
          </p:spPr>
          <p:style>
            <a:lnRef idx="1">
              <a:schemeClr val="accent1"/>
            </a:lnRef>
            <a:fillRef idx="0">
              <a:schemeClr val="accent1"/>
            </a:fillRef>
            <a:effectRef idx="0">
              <a:schemeClr val="accent1"/>
            </a:effectRef>
            <a:fontRef idx="minor">
              <a:schemeClr val="tx1"/>
            </a:fontRef>
          </p:style>
        </p:cxnSp>
        <p:grpSp>
          <p:nvGrpSpPr>
            <p:cNvPr id="3" name="グループ化 2">
              <a:extLst>
                <a:ext uri="{FF2B5EF4-FFF2-40B4-BE49-F238E27FC236}">
                  <a16:creationId xmlns:a16="http://schemas.microsoft.com/office/drawing/2014/main" id="{BB9D3F41-584A-250E-FD5A-973236AC10A2}"/>
                </a:ext>
              </a:extLst>
            </p:cNvPr>
            <p:cNvGrpSpPr/>
            <p:nvPr userDrawn="1"/>
          </p:nvGrpSpPr>
          <p:grpSpPr>
            <a:xfrm>
              <a:off x="-25533" y="0"/>
              <a:ext cx="12217533" cy="6835634"/>
              <a:chOff x="-25533" y="0"/>
              <a:chExt cx="12217533" cy="6835634"/>
            </a:xfrm>
          </p:grpSpPr>
          <p:cxnSp>
            <p:nvCxnSpPr>
              <p:cNvPr id="12" name="直線コネクタ 11">
                <a:extLst>
                  <a:ext uri="{FF2B5EF4-FFF2-40B4-BE49-F238E27FC236}">
                    <a16:creationId xmlns:a16="http://schemas.microsoft.com/office/drawing/2014/main" id="{F147DB7A-7762-9035-E0C0-8D609C3A02E5}"/>
                  </a:ext>
                </a:extLst>
              </p:cNvPr>
              <p:cNvCxnSpPr>
                <a:cxnSpLocks/>
              </p:cNvCxnSpPr>
              <p:nvPr userDrawn="1"/>
            </p:nvCxnSpPr>
            <p:spPr>
              <a:xfrm>
                <a:off x="11870737" y="0"/>
                <a:ext cx="0" cy="6835634"/>
              </a:xfrm>
              <a:prstGeom prst="line">
                <a:avLst/>
              </a:prstGeom>
              <a:ln>
                <a:noFill/>
                <a:prstDash val="dash"/>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844E426E-CFB8-6DF0-98B0-3D2D697F53AC}"/>
                  </a:ext>
                </a:extLst>
              </p:cNvPr>
              <p:cNvCxnSpPr>
                <a:cxnSpLocks/>
              </p:cNvCxnSpPr>
              <p:nvPr userDrawn="1"/>
            </p:nvCxnSpPr>
            <p:spPr>
              <a:xfrm>
                <a:off x="0" y="781656"/>
                <a:ext cx="12192000" cy="0"/>
              </a:xfrm>
              <a:prstGeom prst="line">
                <a:avLst/>
              </a:prstGeom>
              <a:ln>
                <a:noFill/>
                <a:prstDash val="dash"/>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43C66C40-4667-0AE7-F806-9F54163B374B}"/>
                  </a:ext>
                </a:extLst>
              </p:cNvPr>
              <p:cNvCxnSpPr>
                <a:cxnSpLocks/>
              </p:cNvCxnSpPr>
              <p:nvPr userDrawn="1"/>
            </p:nvCxnSpPr>
            <p:spPr>
              <a:xfrm>
                <a:off x="-25533" y="6536998"/>
                <a:ext cx="12192000" cy="0"/>
              </a:xfrm>
              <a:prstGeom prst="line">
                <a:avLst/>
              </a:prstGeom>
              <a:ln>
                <a:noFill/>
                <a:prstDash val="dash"/>
              </a:ln>
            </p:spPr>
            <p:style>
              <a:lnRef idx="1">
                <a:schemeClr val="accent1"/>
              </a:lnRef>
              <a:fillRef idx="0">
                <a:schemeClr val="accent1"/>
              </a:fillRef>
              <a:effectRef idx="0">
                <a:schemeClr val="accent1"/>
              </a:effectRef>
              <a:fontRef idx="minor">
                <a:schemeClr val="tx1"/>
              </a:fontRef>
            </p:style>
          </p:cxnSp>
        </p:grpSp>
      </p:grpSp>
      <p:sp>
        <p:nvSpPr>
          <p:cNvPr id="2" name="四角形: 角を丸くする 1">
            <a:extLst>
              <a:ext uri="{FF2B5EF4-FFF2-40B4-BE49-F238E27FC236}">
                <a16:creationId xmlns:a16="http://schemas.microsoft.com/office/drawing/2014/main" id="{BE97D42D-EDD3-791F-39EB-76A2EC6AC845}"/>
              </a:ext>
            </a:extLst>
          </p:cNvPr>
          <p:cNvSpPr/>
          <p:nvPr userDrawn="1"/>
        </p:nvSpPr>
        <p:spPr>
          <a:xfrm>
            <a:off x="8881241" y="264353"/>
            <a:ext cx="1428628" cy="286127"/>
          </a:xfrm>
          <a:prstGeom prst="roundRect">
            <a:avLst>
              <a:gd name="adj" fmla="val 5275"/>
            </a:avLst>
          </a:prstGeom>
          <a:solidFill>
            <a:srgbClr val="003965"/>
          </a:solidFill>
          <a:ln>
            <a:solidFill>
              <a:srgbClr val="033865"/>
            </a:solidFill>
          </a:ln>
        </p:spPr>
        <p:style>
          <a:lnRef idx="2">
            <a:schemeClr val="accent1">
              <a:shade val="15000"/>
            </a:schemeClr>
          </a:lnRef>
          <a:fillRef idx="1">
            <a:schemeClr val="accent1"/>
          </a:fillRef>
          <a:effectRef idx="0">
            <a:schemeClr val="accent1"/>
          </a:effectRef>
          <a:fontRef idx="minor">
            <a:schemeClr val="lt1"/>
          </a:fontRef>
        </p:style>
        <p:txBody>
          <a:bodyPr lIns="91440" tIns="72000" rIns="91440" bIns="72000" rtlCol="0" anchor="ctr" anchorCtr="1"/>
          <a:lstStyle/>
          <a:p>
            <a:pPr>
              <a:lnSpc>
                <a:spcPct val="100000"/>
              </a:lnSpc>
            </a:pPr>
            <a:r>
              <a:rPr lang="en-US" altLang="ja-JP" sz="1100" b="1">
                <a:solidFill>
                  <a:schemeClr val="bg1"/>
                </a:solidFill>
                <a:latin typeface="+mn-lt"/>
                <a:ea typeface="BIZ UDPゴシック" panose="020B0400000000000000" pitchFamily="50" charset="-128"/>
                <a:cs typeface="Helvetica"/>
              </a:rPr>
              <a:t>Confidential</a:t>
            </a:r>
          </a:p>
        </p:txBody>
      </p:sp>
      <p:sp>
        <p:nvSpPr>
          <p:cNvPr id="9" name="正方形/長方形 8">
            <a:extLst>
              <a:ext uri="{FF2B5EF4-FFF2-40B4-BE49-F238E27FC236}">
                <a16:creationId xmlns:a16="http://schemas.microsoft.com/office/drawing/2014/main" id="{241FE7FA-D689-68D1-4C6A-1BD9CC80443B}"/>
              </a:ext>
            </a:extLst>
          </p:cNvPr>
          <p:cNvSpPr/>
          <p:nvPr userDrawn="1"/>
        </p:nvSpPr>
        <p:spPr>
          <a:xfrm>
            <a:off x="-1" y="761839"/>
            <a:ext cx="12193200" cy="10800"/>
          </a:xfrm>
          <a:prstGeom prst="rect">
            <a:avLst/>
          </a:prstGeom>
          <a:gradFill>
            <a:gsLst>
              <a:gs pos="100000">
                <a:srgbClr val="003965"/>
              </a:gs>
              <a:gs pos="0">
                <a:srgbClr val="0086C5"/>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endParaRPr kumimoji="1" lang="ja-JP" altLang="en-US" sz="2000" b="1">
              <a:solidFill>
                <a:schemeClr val="bg1"/>
              </a:solidFill>
              <a:latin typeface="BIZ UDPゴシック" panose="020B0400000000000000" pitchFamily="50" charset="-128"/>
              <a:ea typeface="BIZ UDPゴシック" panose="020B0400000000000000" pitchFamily="50" charset="-128"/>
            </a:endParaRPr>
          </a:p>
        </p:txBody>
      </p:sp>
      <p:sp>
        <p:nvSpPr>
          <p:cNvPr id="13" name="スライド番号プレースホルダー 5">
            <a:extLst>
              <a:ext uri="{FF2B5EF4-FFF2-40B4-BE49-F238E27FC236}">
                <a16:creationId xmlns:a16="http://schemas.microsoft.com/office/drawing/2014/main" id="{AFD4D9D0-D41B-10D8-B974-69D423F7CA24}"/>
              </a:ext>
            </a:extLst>
          </p:cNvPr>
          <p:cNvSpPr txBox="1">
            <a:spLocks/>
          </p:cNvSpPr>
          <p:nvPr userDrawn="1"/>
        </p:nvSpPr>
        <p:spPr>
          <a:xfrm>
            <a:off x="11788041" y="6510540"/>
            <a:ext cx="403959" cy="365125"/>
          </a:xfrm>
          <a:prstGeom prst="rect">
            <a:avLst/>
          </a:prstGeom>
        </p:spPr>
        <p:txBody>
          <a:bodyPr vert="horz" wrap="square" lIns="91440" tIns="45720" rIns="91440" bIns="45720" rtlCol="0" anchor="ctr" anchorCtr="1">
            <a:noAutofit/>
          </a:bodyPr>
          <a:lstStyle>
            <a:defPPr>
              <a:defRPr lang="ja-JP"/>
            </a:defPPr>
            <a:lvl1pPr marL="0" algn="r" defTabSz="914400" rtl="0" eaLnBrk="1" latinLnBrk="0" hangingPunct="1">
              <a:defRPr kumimoji="1" sz="1200" kern="1200">
                <a:solidFill>
                  <a:schemeClr val="tx1">
                    <a:tint val="82000"/>
                  </a:schemeClr>
                </a:solidFill>
                <a:latin typeface="Helvetica" panose="020B0604020202020204" pitchFamily="34" charset="0"/>
                <a:ea typeface="BIZ UDPゴシック" panose="020B0400000000000000"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DD5ACCE-99FC-439C-B6F0-DA1395226501}" type="slidenum">
              <a:rPr lang="ja-JP" altLang="en-US" smtClean="0">
                <a:solidFill>
                  <a:srgbClr val="033865"/>
                </a:solidFill>
              </a:rPr>
              <a:pPr/>
              <a:t>‹#›</a:t>
            </a:fld>
            <a:endParaRPr lang="ja-JP" altLang="en-US">
              <a:solidFill>
                <a:srgbClr val="033865"/>
              </a:solidFill>
            </a:endParaRPr>
          </a:p>
        </p:txBody>
      </p:sp>
      <p:sp>
        <p:nvSpPr>
          <p:cNvPr id="14" name="タイトル 3">
            <a:extLst>
              <a:ext uri="{FF2B5EF4-FFF2-40B4-BE49-F238E27FC236}">
                <a16:creationId xmlns:a16="http://schemas.microsoft.com/office/drawing/2014/main" id="{DD45EDBA-7EF9-700E-4A00-0702335DBC8E}"/>
              </a:ext>
            </a:extLst>
          </p:cNvPr>
          <p:cNvSpPr>
            <a:spLocks noGrp="1"/>
          </p:cNvSpPr>
          <p:nvPr>
            <p:ph type="title"/>
          </p:nvPr>
        </p:nvSpPr>
        <p:spPr>
          <a:xfrm>
            <a:off x="338283" y="195409"/>
            <a:ext cx="8259618" cy="4801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a:defRPr lang="ja-JP" altLang="en-US" sz="2800" b="1" baseline="0">
                <a:solidFill>
                  <a:srgbClr val="033865"/>
                </a:solidFill>
                <a:latin typeface="Helvetica" panose="020B0604020202020204" pitchFamily="34" charset="0"/>
                <a:ea typeface="BIZ UDPゴシック" panose="020B0400000000000000" pitchFamily="50" charset="-128"/>
              </a:defRPr>
            </a:lvl1pPr>
          </a:lstStyle>
          <a:p>
            <a:pPr lvl="0"/>
            <a:r>
              <a:rPr kumimoji="1" lang="ja-JP" altLang="en-US" noProof="0"/>
              <a:t>マスター タイトルの書式設定</a:t>
            </a:r>
          </a:p>
        </p:txBody>
      </p:sp>
      <p:sp>
        <p:nvSpPr>
          <p:cNvPr id="4" name="テキスト プレースホルダー 8">
            <a:extLst>
              <a:ext uri="{FF2B5EF4-FFF2-40B4-BE49-F238E27FC236}">
                <a16:creationId xmlns:a16="http://schemas.microsoft.com/office/drawing/2014/main" id="{FF6C7167-FF33-05D8-CF89-4E7D292CD96A}"/>
              </a:ext>
            </a:extLst>
          </p:cNvPr>
          <p:cNvSpPr>
            <a:spLocks noGrp="1"/>
          </p:cNvSpPr>
          <p:nvPr>
            <p:ph type="body" sz="quarter" idx="11"/>
          </p:nvPr>
        </p:nvSpPr>
        <p:spPr>
          <a:xfrm>
            <a:off x="338282" y="858938"/>
            <a:ext cx="11529404" cy="439653"/>
          </a:xfrm>
          <a:prstGeom prst="rect">
            <a:avLst/>
          </a:prstGeom>
        </p:spPr>
        <p:txBody>
          <a:bodyPr anchor="t" anchorCtr="0"/>
          <a:lstStyle>
            <a:lvl1pPr marL="228600" indent="-228600">
              <a:lnSpc>
                <a:spcPct val="120000"/>
              </a:lnSpc>
              <a:spcBef>
                <a:spcPts val="0"/>
              </a:spcBef>
              <a:buFont typeface="Wingdings" panose="05000000000000000000" pitchFamily="2" charset="2"/>
              <a:buChar char="n"/>
              <a:defRPr sz="2400" b="1">
                <a:solidFill>
                  <a:srgbClr val="033865"/>
                </a:solidFill>
              </a:defRPr>
            </a:lvl1pPr>
          </a:lstStyle>
          <a:p>
            <a:pPr lvl="0"/>
            <a:r>
              <a:rPr kumimoji="1" lang="ja-JP" altLang="en-US"/>
              <a:t>マスター テキストの書式設定</a:t>
            </a:r>
          </a:p>
        </p:txBody>
      </p:sp>
      <p:sp>
        <p:nvSpPr>
          <p:cNvPr id="7" name="テキスト プレースホルダー 11">
            <a:extLst>
              <a:ext uri="{FF2B5EF4-FFF2-40B4-BE49-F238E27FC236}">
                <a16:creationId xmlns:a16="http://schemas.microsoft.com/office/drawing/2014/main" id="{605F0571-C54E-7D7E-9939-7732FA020EB4}"/>
              </a:ext>
            </a:extLst>
          </p:cNvPr>
          <p:cNvSpPr>
            <a:spLocks noGrp="1"/>
          </p:cNvSpPr>
          <p:nvPr>
            <p:ph type="body" sz="quarter" idx="12"/>
          </p:nvPr>
        </p:nvSpPr>
        <p:spPr>
          <a:xfrm>
            <a:off x="338280" y="1475737"/>
            <a:ext cx="11529404" cy="848364"/>
          </a:xfrm>
          <a:prstGeom prst="rect">
            <a:avLst/>
          </a:prstGeom>
        </p:spPr>
        <p:txBody>
          <a:bodyPr/>
          <a:lstStyle>
            <a:lvl1pPr marL="0" indent="0">
              <a:buNone/>
              <a:defRPr sz="1800" b="1">
                <a:solidFill>
                  <a:srgbClr val="033865"/>
                </a:solidFill>
              </a:defRPr>
            </a:lvl1pPr>
          </a:lstStyle>
          <a:p>
            <a:pPr lvl="0"/>
            <a:endParaRPr kumimoji="1" lang="ja-JP" altLang="en-US"/>
          </a:p>
        </p:txBody>
      </p:sp>
    </p:spTree>
    <p:extLst>
      <p:ext uri="{BB962C8B-B14F-4D97-AF65-F5344CB8AC3E}">
        <p14:creationId xmlns:p14="http://schemas.microsoft.com/office/powerpoint/2010/main" val="1036627682"/>
      </p:ext>
    </p:extLst>
  </p:cSld>
  <p:clrMapOvr>
    <a:masterClrMapping/>
  </p:clrMapOvr>
  <p:extLst>
    <p:ext uri="{DCECCB84-F9BA-43D5-87BE-67443E8EF086}">
      <p15:sldGuideLst xmlns:p15="http://schemas.microsoft.com/office/powerpoint/2012/main">
        <p15:guide id="2" orient="horz" pos="2387">
          <p15:clr>
            <a:srgbClr val="FBAE40"/>
          </p15:clr>
        </p15:guide>
        <p15:guide id="3" orient="horz" pos="3974">
          <p15:clr>
            <a:srgbClr val="FBAE40"/>
          </p15:clr>
        </p15:guide>
        <p15:guide id="4" orient="horz" pos="799">
          <p15:clr>
            <a:srgbClr val="FBAE40"/>
          </p15:clr>
        </p15:guide>
        <p15:guide id="5" pos="4861">
          <p15:clr>
            <a:srgbClr val="FBAE40"/>
          </p15:clr>
        </p15:guide>
        <p15:guide id="6" pos="4997">
          <p15:clr>
            <a:srgbClr val="FBAE40"/>
          </p15:clr>
        </p15:guide>
        <p15:guide id="7" pos="7310">
          <p15:clr>
            <a:srgbClr val="FBAE40"/>
          </p15:clr>
        </p15:guide>
        <p15:guide id="8" pos="370">
          <p15:clr>
            <a:srgbClr val="FBAE40"/>
          </p15:clr>
        </p15:guide>
        <p15:guide id="9" pos="2615">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基本：機密_タイトル下線なし">
    <p:bg>
      <p:bgPr>
        <a:solidFill>
          <a:schemeClr val="bg1"/>
        </a:solidFill>
        <a:effectLst/>
      </p:bgPr>
    </p:bg>
    <p:spTree>
      <p:nvGrpSpPr>
        <p:cNvPr id="1" name=""/>
        <p:cNvGrpSpPr/>
        <p:nvPr/>
      </p:nvGrpSpPr>
      <p:grpSpPr>
        <a:xfrm>
          <a:off x="0" y="0"/>
          <a:ext cx="0" cy="0"/>
          <a:chOff x="0" y="0"/>
          <a:chExt cx="0" cy="0"/>
        </a:xfrm>
      </p:grpSpPr>
      <p:sp>
        <p:nvSpPr>
          <p:cNvPr id="2" name="四角形: 角を丸くする 1">
            <a:extLst>
              <a:ext uri="{FF2B5EF4-FFF2-40B4-BE49-F238E27FC236}">
                <a16:creationId xmlns:a16="http://schemas.microsoft.com/office/drawing/2014/main" id="{77CF3AE3-D616-A851-BFA7-3E0B9E1A0EB9}"/>
              </a:ext>
            </a:extLst>
          </p:cNvPr>
          <p:cNvSpPr/>
          <p:nvPr userDrawn="1"/>
        </p:nvSpPr>
        <p:spPr>
          <a:xfrm>
            <a:off x="8881241" y="264353"/>
            <a:ext cx="1428628" cy="286127"/>
          </a:xfrm>
          <a:prstGeom prst="roundRect">
            <a:avLst>
              <a:gd name="adj" fmla="val 5275"/>
            </a:avLst>
          </a:prstGeom>
          <a:solidFill>
            <a:srgbClr val="003965"/>
          </a:solidFill>
          <a:ln>
            <a:solidFill>
              <a:srgbClr val="033865"/>
            </a:solidFill>
          </a:ln>
        </p:spPr>
        <p:style>
          <a:lnRef idx="2">
            <a:schemeClr val="accent1">
              <a:shade val="15000"/>
            </a:schemeClr>
          </a:lnRef>
          <a:fillRef idx="1">
            <a:schemeClr val="accent1"/>
          </a:fillRef>
          <a:effectRef idx="0">
            <a:schemeClr val="accent1"/>
          </a:effectRef>
          <a:fontRef idx="minor">
            <a:schemeClr val="lt1"/>
          </a:fontRef>
        </p:style>
        <p:txBody>
          <a:bodyPr lIns="91440" tIns="72000" rIns="91440" bIns="72000" rtlCol="0" anchor="ctr" anchorCtr="1"/>
          <a:lstStyle/>
          <a:p>
            <a:pPr>
              <a:lnSpc>
                <a:spcPct val="100000"/>
              </a:lnSpc>
            </a:pPr>
            <a:r>
              <a:rPr lang="en-US" altLang="ja-JP" sz="1100" b="1">
                <a:solidFill>
                  <a:schemeClr val="bg1"/>
                </a:solidFill>
                <a:latin typeface="+mn-lt"/>
                <a:ea typeface="BIZ UDPゴシック" panose="020B0400000000000000" pitchFamily="50" charset="-128"/>
                <a:cs typeface="Helvetica"/>
              </a:rPr>
              <a:t>Confidential</a:t>
            </a:r>
          </a:p>
        </p:txBody>
      </p:sp>
      <p:sp>
        <p:nvSpPr>
          <p:cNvPr id="6" name="スライド番号プレースホルダー 5">
            <a:extLst>
              <a:ext uri="{FF2B5EF4-FFF2-40B4-BE49-F238E27FC236}">
                <a16:creationId xmlns:a16="http://schemas.microsoft.com/office/drawing/2014/main" id="{EABEDE01-04A0-B6A1-3468-7CE19B0665B5}"/>
              </a:ext>
            </a:extLst>
          </p:cNvPr>
          <p:cNvSpPr txBox="1">
            <a:spLocks/>
          </p:cNvSpPr>
          <p:nvPr userDrawn="1"/>
        </p:nvSpPr>
        <p:spPr>
          <a:xfrm>
            <a:off x="11788041" y="6510540"/>
            <a:ext cx="403959" cy="365125"/>
          </a:xfrm>
          <a:prstGeom prst="rect">
            <a:avLst/>
          </a:prstGeom>
        </p:spPr>
        <p:txBody>
          <a:bodyPr vert="horz" wrap="square" lIns="91440" tIns="45720" rIns="91440" bIns="45720" rtlCol="0" anchor="ctr" anchorCtr="1">
            <a:noAutofit/>
          </a:bodyPr>
          <a:lstStyle>
            <a:defPPr>
              <a:defRPr lang="ja-JP"/>
            </a:defPPr>
            <a:lvl1pPr marL="0" algn="r" defTabSz="914400" rtl="0" eaLnBrk="1" latinLnBrk="0" hangingPunct="1">
              <a:defRPr kumimoji="1" sz="1200" kern="1200">
                <a:solidFill>
                  <a:schemeClr val="tx1">
                    <a:tint val="82000"/>
                  </a:schemeClr>
                </a:solidFill>
                <a:latin typeface="Helvetica" panose="020B0604020202020204" pitchFamily="34" charset="0"/>
                <a:ea typeface="BIZ UDPゴシック" panose="020B0400000000000000"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DD5ACCE-99FC-439C-B6F0-DA1395226501}" type="slidenum">
              <a:rPr lang="ja-JP" altLang="en-US" smtClean="0">
                <a:solidFill>
                  <a:srgbClr val="033865"/>
                </a:solidFill>
              </a:rPr>
              <a:pPr/>
              <a:t>‹#›</a:t>
            </a:fld>
            <a:endParaRPr lang="ja-JP" altLang="en-US">
              <a:solidFill>
                <a:srgbClr val="033865"/>
              </a:solidFill>
            </a:endParaRPr>
          </a:p>
        </p:txBody>
      </p:sp>
      <p:sp>
        <p:nvSpPr>
          <p:cNvPr id="9" name="タイトル 3">
            <a:extLst>
              <a:ext uri="{FF2B5EF4-FFF2-40B4-BE49-F238E27FC236}">
                <a16:creationId xmlns:a16="http://schemas.microsoft.com/office/drawing/2014/main" id="{61261AA0-4A66-9641-B658-65377CDCFA21}"/>
              </a:ext>
            </a:extLst>
          </p:cNvPr>
          <p:cNvSpPr>
            <a:spLocks noGrp="1"/>
          </p:cNvSpPr>
          <p:nvPr>
            <p:ph type="title"/>
          </p:nvPr>
        </p:nvSpPr>
        <p:spPr>
          <a:xfrm>
            <a:off x="338283" y="195409"/>
            <a:ext cx="8412018" cy="4801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a:defRPr lang="ja-JP" altLang="en-US" sz="2800" b="1" baseline="0">
                <a:solidFill>
                  <a:srgbClr val="033865"/>
                </a:solidFill>
                <a:latin typeface="Helvetica" panose="020B0604020202020204" pitchFamily="34" charset="0"/>
                <a:ea typeface="BIZ UDPゴシック" panose="020B0400000000000000" pitchFamily="50" charset="-128"/>
              </a:defRPr>
            </a:lvl1pPr>
          </a:lstStyle>
          <a:p>
            <a:pPr lvl="0"/>
            <a:r>
              <a:rPr kumimoji="1" lang="ja-JP" altLang="en-US" noProof="0"/>
              <a:t>マスター タイトルの書式設定</a:t>
            </a:r>
          </a:p>
        </p:txBody>
      </p:sp>
      <p:sp>
        <p:nvSpPr>
          <p:cNvPr id="5" name="テキスト プレースホルダー 8">
            <a:extLst>
              <a:ext uri="{FF2B5EF4-FFF2-40B4-BE49-F238E27FC236}">
                <a16:creationId xmlns:a16="http://schemas.microsoft.com/office/drawing/2014/main" id="{A8F354D1-5216-F112-EAA7-00552AA13710}"/>
              </a:ext>
            </a:extLst>
          </p:cNvPr>
          <p:cNvSpPr>
            <a:spLocks noGrp="1"/>
          </p:cNvSpPr>
          <p:nvPr>
            <p:ph type="body" sz="quarter" idx="11"/>
          </p:nvPr>
        </p:nvSpPr>
        <p:spPr>
          <a:xfrm>
            <a:off x="338282" y="858937"/>
            <a:ext cx="11529404" cy="504000"/>
          </a:xfrm>
          <a:prstGeom prst="rect">
            <a:avLst/>
          </a:prstGeom>
        </p:spPr>
        <p:txBody>
          <a:bodyPr anchor="t" anchorCtr="0"/>
          <a:lstStyle>
            <a:lvl1pPr marL="228600" indent="-228600">
              <a:lnSpc>
                <a:spcPct val="120000"/>
              </a:lnSpc>
              <a:spcBef>
                <a:spcPts val="0"/>
              </a:spcBef>
              <a:buFont typeface="Wingdings" panose="05000000000000000000" pitchFamily="2" charset="2"/>
              <a:buChar char="n"/>
              <a:defRPr sz="2400" b="1">
                <a:solidFill>
                  <a:srgbClr val="033865"/>
                </a:solidFill>
              </a:defRPr>
            </a:lvl1pPr>
          </a:lstStyle>
          <a:p>
            <a:pPr lvl="0"/>
            <a:r>
              <a:rPr kumimoji="1" lang="ja-JP" altLang="en-US"/>
              <a:t>マスター テキストの書式設定</a:t>
            </a:r>
          </a:p>
        </p:txBody>
      </p:sp>
      <p:sp>
        <p:nvSpPr>
          <p:cNvPr id="7" name="テキスト プレースホルダー 11">
            <a:extLst>
              <a:ext uri="{FF2B5EF4-FFF2-40B4-BE49-F238E27FC236}">
                <a16:creationId xmlns:a16="http://schemas.microsoft.com/office/drawing/2014/main" id="{9A425C78-7AC8-1D3A-E10E-834468841E51}"/>
              </a:ext>
            </a:extLst>
          </p:cNvPr>
          <p:cNvSpPr>
            <a:spLocks noGrp="1"/>
          </p:cNvSpPr>
          <p:nvPr>
            <p:ph type="body" sz="quarter" idx="12"/>
          </p:nvPr>
        </p:nvSpPr>
        <p:spPr>
          <a:xfrm>
            <a:off x="338280" y="1475737"/>
            <a:ext cx="11529404" cy="848364"/>
          </a:xfrm>
          <a:prstGeom prst="rect">
            <a:avLst/>
          </a:prstGeom>
        </p:spPr>
        <p:txBody>
          <a:bodyPr/>
          <a:lstStyle>
            <a:lvl1pPr marL="0" indent="0">
              <a:lnSpc>
                <a:spcPct val="110000"/>
              </a:lnSpc>
              <a:buNone/>
              <a:defRPr sz="1800" b="1">
                <a:solidFill>
                  <a:srgbClr val="033865"/>
                </a:solidFill>
              </a:defRPr>
            </a:lvl1pPr>
          </a:lstStyle>
          <a:p>
            <a:pPr lvl="0"/>
            <a:endParaRPr kumimoji="1" lang="ja-JP" altLang="en-US"/>
          </a:p>
        </p:txBody>
      </p:sp>
    </p:spTree>
    <p:extLst>
      <p:ext uri="{BB962C8B-B14F-4D97-AF65-F5344CB8AC3E}">
        <p14:creationId xmlns:p14="http://schemas.microsoft.com/office/powerpoint/2010/main" val="792178971"/>
      </p:ext>
    </p:extLst>
  </p:cSld>
  <p:clrMapOvr>
    <a:masterClrMapping/>
  </p:clrMapOvr>
  <p:extLst>
    <p:ext uri="{DCECCB84-F9BA-43D5-87BE-67443E8EF086}">
      <p15:sldGuideLst xmlns:p15="http://schemas.microsoft.com/office/powerpoint/2012/main">
        <p15:guide id="2" orient="horz" pos="2387">
          <p15:clr>
            <a:srgbClr val="FBAE40"/>
          </p15:clr>
        </p15:guide>
        <p15:guide id="3" orient="horz" pos="3974">
          <p15:clr>
            <a:srgbClr val="FBAE40"/>
          </p15:clr>
        </p15:guide>
        <p15:guide id="4" orient="horz" pos="799">
          <p15:clr>
            <a:srgbClr val="FBAE40"/>
          </p15:clr>
        </p15:guide>
        <p15:guide id="5" pos="4861">
          <p15:clr>
            <a:srgbClr val="FBAE40"/>
          </p15:clr>
        </p15:guide>
        <p15:guide id="6" pos="4997">
          <p15:clr>
            <a:srgbClr val="FBAE40"/>
          </p15:clr>
        </p15:guide>
        <p15:guide id="7" pos="7310">
          <p15:clr>
            <a:srgbClr val="FBAE40"/>
          </p15:clr>
        </p15:guide>
        <p15:guide id="8" pos="370">
          <p15:clr>
            <a:srgbClr val="FBAE40"/>
          </p15:clr>
        </p15:guide>
        <p15:guide id="9" pos="261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ロゴページ">
    <p:bg>
      <p:bgPr>
        <a:gradFill>
          <a:gsLst>
            <a:gs pos="99000">
              <a:schemeClr val="accent5">
                <a:lumMod val="20000"/>
                <a:lumOff val="80000"/>
              </a:schemeClr>
            </a:gs>
            <a:gs pos="16000">
              <a:srgbClr val="F2F7FC"/>
            </a:gs>
          </a:gsLst>
          <a:lin ang="9600000" scaled="0"/>
        </a:gra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9799AD0C-2F28-46D2-16BB-21702CB263F3}"/>
              </a:ext>
            </a:extLst>
          </p:cNvPr>
          <p:cNvSpPr/>
          <p:nvPr userDrawn="1"/>
        </p:nvSpPr>
        <p:spPr>
          <a:xfrm>
            <a:off x="0" y="0"/>
            <a:ext cx="12192000" cy="685800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endParaRPr kumimoji="1" lang="ja-JP" altLang="en-US" sz="2000" b="1">
              <a:solidFill>
                <a:schemeClr val="bg1"/>
              </a:solidFill>
              <a:latin typeface="BIZ UDPゴシック" panose="020B0400000000000000" pitchFamily="50" charset="-128"/>
              <a:ea typeface="BIZ UDPゴシック" panose="020B0400000000000000" pitchFamily="50" charset="-128"/>
            </a:endParaRPr>
          </a:p>
        </p:txBody>
      </p:sp>
      <p:sp>
        <p:nvSpPr>
          <p:cNvPr id="4" name="楕円 3">
            <a:extLst>
              <a:ext uri="{FF2B5EF4-FFF2-40B4-BE49-F238E27FC236}">
                <a16:creationId xmlns:a16="http://schemas.microsoft.com/office/drawing/2014/main" id="{2CC723DA-AA4F-0FF6-71BB-A9721BEAF722}"/>
              </a:ext>
            </a:extLst>
          </p:cNvPr>
          <p:cNvSpPr/>
          <p:nvPr userDrawn="1"/>
        </p:nvSpPr>
        <p:spPr>
          <a:xfrm>
            <a:off x="3025804" y="614286"/>
            <a:ext cx="5896254" cy="5896254"/>
          </a:xfrm>
          <a:prstGeom prst="ellipse">
            <a:avLst/>
          </a:prstGeom>
          <a:solidFill>
            <a:srgbClr val="FFFFF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endParaRPr kumimoji="1" lang="ja-JP" altLang="en-US" sz="2000" b="1">
              <a:solidFill>
                <a:schemeClr val="bg1"/>
              </a:solidFill>
              <a:latin typeface="BIZ UDPゴシック" panose="020B0400000000000000" pitchFamily="50" charset="-128"/>
              <a:ea typeface="BIZ UDPゴシック" panose="020B0400000000000000" pitchFamily="50" charset="-128"/>
            </a:endParaRPr>
          </a:p>
        </p:txBody>
      </p:sp>
      <p:sp>
        <p:nvSpPr>
          <p:cNvPr id="2" name="楕円 1">
            <a:extLst>
              <a:ext uri="{FF2B5EF4-FFF2-40B4-BE49-F238E27FC236}">
                <a16:creationId xmlns:a16="http://schemas.microsoft.com/office/drawing/2014/main" id="{889DDD97-99E8-00EF-A3E2-6320234A0DF7}"/>
              </a:ext>
            </a:extLst>
          </p:cNvPr>
          <p:cNvSpPr/>
          <p:nvPr userDrawn="1"/>
        </p:nvSpPr>
        <p:spPr>
          <a:xfrm>
            <a:off x="3774489" y="1453717"/>
            <a:ext cx="4341181" cy="4341181"/>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endParaRPr kumimoji="1" lang="ja-JP" altLang="en-US" sz="2000" b="1">
              <a:solidFill>
                <a:schemeClr val="bg1"/>
              </a:solidFill>
              <a:latin typeface="BIZ UDPゴシック" panose="020B0400000000000000" pitchFamily="50" charset="-128"/>
              <a:ea typeface="BIZ UDPゴシック" panose="020B0400000000000000" pitchFamily="50" charset="-128"/>
            </a:endParaRPr>
          </a:p>
        </p:txBody>
      </p:sp>
      <p:pic>
        <p:nvPicPr>
          <p:cNvPr id="3" name="図 2" descr="ロゴ&#10;&#10;AI 生成コンテンツは誤りを含む可能性があります。">
            <a:extLst>
              <a:ext uri="{FF2B5EF4-FFF2-40B4-BE49-F238E27FC236}">
                <a16:creationId xmlns:a16="http://schemas.microsoft.com/office/drawing/2014/main" id="{26C86E52-7C42-F0EC-C008-0ADD39DB054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31663" y="3114273"/>
            <a:ext cx="2441973" cy="890756"/>
          </a:xfrm>
          <a:prstGeom prst="rect">
            <a:avLst/>
          </a:prstGeom>
        </p:spPr>
      </p:pic>
      <p:sp>
        <p:nvSpPr>
          <p:cNvPr id="6" name="スライド番号プレースホルダー 5">
            <a:extLst>
              <a:ext uri="{FF2B5EF4-FFF2-40B4-BE49-F238E27FC236}">
                <a16:creationId xmlns:a16="http://schemas.microsoft.com/office/drawing/2014/main" id="{FC6E356D-9C33-9891-AAD9-43FFECF079BB}"/>
              </a:ext>
            </a:extLst>
          </p:cNvPr>
          <p:cNvSpPr txBox="1">
            <a:spLocks/>
          </p:cNvSpPr>
          <p:nvPr userDrawn="1"/>
        </p:nvSpPr>
        <p:spPr>
          <a:xfrm>
            <a:off x="11788041" y="6510540"/>
            <a:ext cx="403959" cy="365125"/>
          </a:xfrm>
          <a:prstGeom prst="rect">
            <a:avLst/>
          </a:prstGeom>
        </p:spPr>
        <p:txBody>
          <a:bodyPr vert="horz" wrap="square" lIns="91440" tIns="45720" rIns="91440" bIns="45720" rtlCol="0" anchor="ctr" anchorCtr="1">
            <a:noAutofit/>
          </a:bodyPr>
          <a:lstStyle>
            <a:defPPr>
              <a:defRPr lang="ja-JP"/>
            </a:defPPr>
            <a:lvl1pPr marL="0" algn="r" defTabSz="914400" rtl="0" eaLnBrk="1" latinLnBrk="0" hangingPunct="1">
              <a:defRPr kumimoji="1" sz="1200" kern="1200">
                <a:solidFill>
                  <a:schemeClr val="tx1">
                    <a:tint val="82000"/>
                  </a:schemeClr>
                </a:solidFill>
                <a:latin typeface="Helvetica" panose="020B0604020202020204" pitchFamily="34" charset="0"/>
                <a:ea typeface="BIZ UDPゴシック" panose="020B0400000000000000"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DD5ACCE-99FC-439C-B6F0-DA1395226501}" type="slidenum">
              <a:rPr lang="ja-JP" altLang="en-US" smtClean="0">
                <a:solidFill>
                  <a:srgbClr val="033865"/>
                </a:solidFill>
              </a:rPr>
              <a:pPr/>
              <a:t>‹#›</a:t>
            </a:fld>
            <a:endParaRPr lang="ja-JP" altLang="en-US">
              <a:solidFill>
                <a:srgbClr val="033865"/>
              </a:solidFill>
            </a:endParaRPr>
          </a:p>
        </p:txBody>
      </p:sp>
    </p:spTree>
    <p:extLst>
      <p:ext uri="{BB962C8B-B14F-4D97-AF65-F5344CB8AC3E}">
        <p14:creationId xmlns:p14="http://schemas.microsoft.com/office/powerpoint/2010/main" val="1107936433"/>
      </p:ext>
    </p:extLst>
  </p:cSld>
  <p:clrMapOvr>
    <a:masterClrMapping/>
  </p:clrMapOvr>
  <p:extLst>
    <p:ext uri="{DCECCB84-F9BA-43D5-87BE-67443E8EF086}">
      <p15:sldGuideLst xmlns:p15="http://schemas.microsoft.com/office/powerpoint/2012/main">
        <p15:guide id="2" orient="horz" pos="2387">
          <p15:clr>
            <a:srgbClr val="FBAE40"/>
          </p15:clr>
        </p15:guide>
        <p15:guide id="3" orient="horz" pos="3974">
          <p15:clr>
            <a:srgbClr val="FBAE40"/>
          </p15:clr>
        </p15:guide>
        <p15:guide id="4" orient="horz" pos="799">
          <p15:clr>
            <a:srgbClr val="FBAE40"/>
          </p15:clr>
        </p15:guide>
        <p15:guide id="5" pos="4861">
          <p15:clr>
            <a:srgbClr val="FBAE40"/>
          </p15:clr>
        </p15:guide>
        <p15:guide id="6" pos="4997">
          <p15:clr>
            <a:srgbClr val="FBAE40"/>
          </p15:clr>
        </p15:guide>
        <p15:guide id="7" pos="7310">
          <p15:clr>
            <a:srgbClr val="FBAE40"/>
          </p15:clr>
        </p15:guide>
        <p15:guide id="8" pos="370">
          <p15:clr>
            <a:srgbClr val="FBAE40"/>
          </p15:clr>
        </p15:guide>
        <p15:guide id="9" pos="2615">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ガイドライン：カラーチャート">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0D8D8AE-DDF5-C28E-2330-3EB606676054}"/>
              </a:ext>
            </a:extLst>
          </p:cNvPr>
          <p:cNvSpPr txBox="1"/>
          <p:nvPr userDrawn="1"/>
        </p:nvSpPr>
        <p:spPr>
          <a:xfrm>
            <a:off x="7672006" y="1593035"/>
            <a:ext cx="1091721" cy="707886"/>
          </a:xfrm>
          <a:prstGeom prst="rect">
            <a:avLst/>
          </a:prstGeom>
          <a:noFill/>
        </p:spPr>
        <p:txBody>
          <a:bodyPr wrap="square">
            <a:spAutoFit/>
          </a:bodyPr>
          <a:lstStyle/>
          <a:p>
            <a:pPr algn="l"/>
            <a:r>
              <a:rPr lang="en-US" altLang="ja-JP" sz="1000" b="1" i="0" u="none" strike="noStrike" baseline="0">
                <a:solidFill>
                  <a:schemeClr val="tx1">
                    <a:lumMod val="75000"/>
                    <a:lumOff val="25000"/>
                  </a:schemeClr>
                </a:solidFill>
                <a:latin typeface="+mj-ea"/>
                <a:ea typeface="+mj-ea"/>
              </a:rPr>
              <a:t>R 0%</a:t>
            </a:r>
          </a:p>
          <a:p>
            <a:pPr algn="l"/>
            <a:r>
              <a:rPr lang="en-US" altLang="ja-JP" sz="1000" b="1" i="0" u="none" strike="noStrike" baseline="0">
                <a:solidFill>
                  <a:schemeClr val="tx1">
                    <a:lumMod val="75000"/>
                    <a:lumOff val="25000"/>
                  </a:schemeClr>
                </a:solidFill>
                <a:latin typeface="+mj-ea"/>
                <a:ea typeface="+mj-ea"/>
              </a:rPr>
              <a:t>G 57%</a:t>
            </a:r>
          </a:p>
          <a:p>
            <a:pPr algn="l"/>
            <a:r>
              <a:rPr lang="en-US" altLang="ja-JP" sz="1000" b="1" i="0" u="none" strike="noStrike" baseline="0">
                <a:solidFill>
                  <a:schemeClr val="tx1">
                    <a:lumMod val="75000"/>
                    <a:lumOff val="25000"/>
                  </a:schemeClr>
                </a:solidFill>
                <a:latin typeface="+mj-ea"/>
                <a:ea typeface="+mj-ea"/>
              </a:rPr>
              <a:t>B 101%</a:t>
            </a:r>
          </a:p>
          <a:p>
            <a:pPr algn="l"/>
            <a:r>
              <a:rPr lang="en-US" altLang="ja-JP" sz="1000" b="1" i="0" u="none" strike="noStrike" baseline="0">
                <a:solidFill>
                  <a:schemeClr val="tx1">
                    <a:lumMod val="75000"/>
                    <a:lumOff val="25000"/>
                  </a:schemeClr>
                </a:solidFill>
                <a:latin typeface="+mj-ea"/>
                <a:ea typeface="+mj-ea"/>
              </a:rPr>
              <a:t>#003965</a:t>
            </a:r>
            <a:endParaRPr lang="ja-JP" altLang="en-US" sz="1000" b="1">
              <a:solidFill>
                <a:schemeClr val="tx1">
                  <a:lumMod val="75000"/>
                  <a:lumOff val="25000"/>
                </a:schemeClr>
              </a:solidFill>
              <a:latin typeface="+mj-ea"/>
              <a:ea typeface="+mj-ea"/>
            </a:endParaRPr>
          </a:p>
        </p:txBody>
      </p:sp>
      <p:sp>
        <p:nvSpPr>
          <p:cNvPr id="3" name="テキスト ボックス 2">
            <a:extLst>
              <a:ext uri="{FF2B5EF4-FFF2-40B4-BE49-F238E27FC236}">
                <a16:creationId xmlns:a16="http://schemas.microsoft.com/office/drawing/2014/main" id="{C2EF05B7-43F3-7568-019A-F209B45F3236}"/>
              </a:ext>
            </a:extLst>
          </p:cNvPr>
          <p:cNvSpPr txBox="1"/>
          <p:nvPr userDrawn="1"/>
        </p:nvSpPr>
        <p:spPr>
          <a:xfrm>
            <a:off x="9671815" y="1593035"/>
            <a:ext cx="1091721" cy="707886"/>
          </a:xfrm>
          <a:prstGeom prst="rect">
            <a:avLst/>
          </a:prstGeom>
          <a:noFill/>
        </p:spPr>
        <p:txBody>
          <a:bodyPr wrap="square">
            <a:spAutoFit/>
          </a:bodyPr>
          <a:lstStyle/>
          <a:p>
            <a:pPr algn="l"/>
            <a:r>
              <a:rPr lang="en-US" altLang="ja-JP" sz="1000" b="1" i="0" u="none" strike="noStrike" baseline="0">
                <a:solidFill>
                  <a:schemeClr val="tx1">
                    <a:lumMod val="75000"/>
                    <a:lumOff val="25000"/>
                  </a:schemeClr>
                </a:solidFill>
                <a:latin typeface="+mj-ea"/>
                <a:ea typeface="+mj-ea"/>
              </a:rPr>
              <a:t>R 0%</a:t>
            </a:r>
          </a:p>
          <a:p>
            <a:pPr algn="l"/>
            <a:r>
              <a:rPr lang="en-US" altLang="ja-JP" sz="1000" b="1" i="0" u="none" strike="noStrike" baseline="0">
                <a:solidFill>
                  <a:schemeClr val="tx1">
                    <a:lumMod val="75000"/>
                    <a:lumOff val="25000"/>
                  </a:schemeClr>
                </a:solidFill>
                <a:latin typeface="+mj-ea"/>
                <a:ea typeface="+mj-ea"/>
              </a:rPr>
              <a:t>G 134%</a:t>
            </a:r>
          </a:p>
          <a:p>
            <a:pPr algn="l"/>
            <a:r>
              <a:rPr lang="en-US" altLang="ja-JP" sz="1000" b="1" i="0" u="none" strike="noStrike" baseline="0">
                <a:solidFill>
                  <a:schemeClr val="tx1">
                    <a:lumMod val="75000"/>
                    <a:lumOff val="25000"/>
                  </a:schemeClr>
                </a:solidFill>
                <a:latin typeface="+mj-ea"/>
                <a:ea typeface="+mj-ea"/>
              </a:rPr>
              <a:t>B 197%</a:t>
            </a:r>
          </a:p>
          <a:p>
            <a:pPr algn="l"/>
            <a:r>
              <a:rPr lang="en-US" altLang="ja-JP" sz="1000" b="1" i="0" u="none" strike="noStrike" baseline="0">
                <a:solidFill>
                  <a:schemeClr val="tx1">
                    <a:lumMod val="75000"/>
                    <a:lumOff val="25000"/>
                  </a:schemeClr>
                </a:solidFill>
                <a:latin typeface="+mj-ea"/>
                <a:ea typeface="+mj-ea"/>
              </a:rPr>
              <a:t>#0086C5</a:t>
            </a:r>
            <a:endParaRPr lang="ja-JP" altLang="en-US" sz="1000" b="1">
              <a:solidFill>
                <a:schemeClr val="tx1">
                  <a:lumMod val="75000"/>
                  <a:lumOff val="25000"/>
                </a:schemeClr>
              </a:solidFill>
              <a:latin typeface="+mj-ea"/>
              <a:ea typeface="+mj-ea"/>
            </a:endParaRPr>
          </a:p>
        </p:txBody>
      </p:sp>
      <p:sp>
        <p:nvSpPr>
          <p:cNvPr id="5" name="四角形: 角を丸くする 4">
            <a:extLst>
              <a:ext uri="{FF2B5EF4-FFF2-40B4-BE49-F238E27FC236}">
                <a16:creationId xmlns:a16="http://schemas.microsoft.com/office/drawing/2014/main" id="{F8FB560C-D39F-A565-4BAB-6FD2C047DED7}"/>
              </a:ext>
            </a:extLst>
          </p:cNvPr>
          <p:cNvSpPr/>
          <p:nvPr userDrawn="1"/>
        </p:nvSpPr>
        <p:spPr>
          <a:xfrm>
            <a:off x="8835509" y="1571961"/>
            <a:ext cx="764524" cy="730183"/>
          </a:xfrm>
          <a:prstGeom prst="roundRect">
            <a:avLst>
              <a:gd name="adj" fmla="val 5275"/>
            </a:avLst>
          </a:prstGeom>
          <a:solidFill>
            <a:srgbClr val="0086C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2800">
              <a:solidFill>
                <a:schemeClr val="bg1"/>
              </a:solidFill>
              <a:latin typeface="+mj-ea"/>
              <a:ea typeface="+mj-ea"/>
              <a:cs typeface="Helvetica"/>
            </a:endParaRPr>
          </a:p>
        </p:txBody>
      </p:sp>
      <p:sp>
        <p:nvSpPr>
          <p:cNvPr id="6" name="四角形: 角を丸くする 5">
            <a:extLst>
              <a:ext uri="{FF2B5EF4-FFF2-40B4-BE49-F238E27FC236}">
                <a16:creationId xmlns:a16="http://schemas.microsoft.com/office/drawing/2014/main" id="{B7756F0F-9EEB-89B1-3EFE-EDBDFAEA72DF}"/>
              </a:ext>
            </a:extLst>
          </p:cNvPr>
          <p:cNvSpPr/>
          <p:nvPr userDrawn="1"/>
        </p:nvSpPr>
        <p:spPr>
          <a:xfrm>
            <a:off x="6794552" y="1571961"/>
            <a:ext cx="764524" cy="730183"/>
          </a:xfrm>
          <a:prstGeom prst="roundRect">
            <a:avLst>
              <a:gd name="adj" fmla="val 5275"/>
            </a:avLst>
          </a:prstGeom>
          <a:solidFill>
            <a:srgbClr val="00396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2800">
              <a:solidFill>
                <a:schemeClr val="bg1"/>
              </a:solidFill>
              <a:latin typeface="+mj-ea"/>
              <a:ea typeface="+mj-ea"/>
              <a:cs typeface="Helvetica"/>
            </a:endParaRPr>
          </a:p>
        </p:txBody>
      </p:sp>
      <p:pic>
        <p:nvPicPr>
          <p:cNvPr id="7" name="図 6">
            <a:extLst>
              <a:ext uri="{FF2B5EF4-FFF2-40B4-BE49-F238E27FC236}">
                <a16:creationId xmlns:a16="http://schemas.microsoft.com/office/drawing/2014/main" id="{9008742B-70B1-ABB8-F6E8-DEFA727B909C}"/>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b="24853"/>
          <a:stretch/>
        </p:blipFill>
        <p:spPr>
          <a:xfrm>
            <a:off x="6794552" y="1122134"/>
            <a:ext cx="1228809" cy="351422"/>
          </a:xfrm>
          <a:prstGeom prst="rect">
            <a:avLst/>
          </a:prstGeom>
        </p:spPr>
      </p:pic>
      <p:sp>
        <p:nvSpPr>
          <p:cNvPr id="8" name="テキスト ボックス 7">
            <a:extLst>
              <a:ext uri="{FF2B5EF4-FFF2-40B4-BE49-F238E27FC236}">
                <a16:creationId xmlns:a16="http://schemas.microsoft.com/office/drawing/2014/main" id="{FFF9B3F7-A964-F4D5-3462-9614F4BDADA6}"/>
              </a:ext>
            </a:extLst>
          </p:cNvPr>
          <p:cNvSpPr txBox="1"/>
          <p:nvPr userDrawn="1"/>
        </p:nvSpPr>
        <p:spPr>
          <a:xfrm>
            <a:off x="3401574" y="1155129"/>
            <a:ext cx="2573091" cy="282513"/>
          </a:xfrm>
          <a:prstGeom prst="rect">
            <a:avLst/>
          </a:prstGeom>
          <a:noFill/>
        </p:spPr>
        <p:txBody>
          <a:bodyPr wrap="square" lIns="0" tIns="0" rIns="0" bIns="0" rtlCol="0">
            <a:spAutoFit/>
          </a:bodyPr>
          <a:lstStyle/>
          <a:p>
            <a:pPr>
              <a:lnSpc>
                <a:spcPct val="120000"/>
              </a:lnSpc>
            </a:pPr>
            <a:r>
              <a:rPr lang="ja-JP" altLang="en-US" b="1">
                <a:solidFill>
                  <a:srgbClr val="033865"/>
                </a:solidFill>
                <a:latin typeface="+mj-ea"/>
                <a:ea typeface="+mj-ea"/>
              </a:rPr>
              <a:t>ロゴ基調カラー</a:t>
            </a:r>
            <a:endParaRPr kumimoji="1" lang="ja-JP" altLang="en-US" b="1">
              <a:solidFill>
                <a:srgbClr val="033865"/>
              </a:solidFill>
              <a:latin typeface="+mj-ea"/>
              <a:ea typeface="+mj-ea"/>
            </a:endParaRPr>
          </a:p>
        </p:txBody>
      </p:sp>
      <p:sp>
        <p:nvSpPr>
          <p:cNvPr id="9" name="テキスト ボックス 8">
            <a:extLst>
              <a:ext uri="{FF2B5EF4-FFF2-40B4-BE49-F238E27FC236}">
                <a16:creationId xmlns:a16="http://schemas.microsoft.com/office/drawing/2014/main" id="{C103E7AD-29FC-7079-873C-BD9D835AB4CF}"/>
              </a:ext>
            </a:extLst>
          </p:cNvPr>
          <p:cNvSpPr txBox="1"/>
          <p:nvPr userDrawn="1"/>
        </p:nvSpPr>
        <p:spPr>
          <a:xfrm>
            <a:off x="3401573" y="1569851"/>
            <a:ext cx="2907788" cy="420564"/>
          </a:xfrm>
          <a:prstGeom prst="rect">
            <a:avLst/>
          </a:prstGeom>
          <a:noFill/>
        </p:spPr>
        <p:txBody>
          <a:bodyPr wrap="square" lIns="0" tIns="0" rIns="0" bIns="0" rtlCol="0">
            <a:spAutoFit/>
          </a:bodyPr>
          <a:lstStyle/>
          <a:p>
            <a:pPr marL="171450" indent="-171450">
              <a:lnSpc>
                <a:spcPct val="120000"/>
              </a:lnSpc>
              <a:buFont typeface="Arial" panose="020B0604020202020204" pitchFamily="34" charset="0"/>
              <a:buChar char="•"/>
            </a:pPr>
            <a:r>
              <a:rPr kumimoji="1" lang="ja-JP" altLang="en-US" sz="1200">
                <a:solidFill>
                  <a:schemeClr val="tx1">
                    <a:lumMod val="65000"/>
                    <a:lumOff val="35000"/>
                  </a:schemeClr>
                </a:solidFill>
                <a:latin typeface="+mj-ea"/>
                <a:ea typeface="+mj-ea"/>
              </a:rPr>
              <a:t>コントラストをつけて強調したいフォントやベタ塗りの場合に使用する</a:t>
            </a:r>
          </a:p>
        </p:txBody>
      </p:sp>
      <p:sp>
        <p:nvSpPr>
          <p:cNvPr id="10" name="四角形: 角を丸くする 9">
            <a:extLst>
              <a:ext uri="{FF2B5EF4-FFF2-40B4-BE49-F238E27FC236}">
                <a16:creationId xmlns:a16="http://schemas.microsoft.com/office/drawing/2014/main" id="{F7581196-4B92-5A85-E702-B58C309A7F0D}"/>
              </a:ext>
            </a:extLst>
          </p:cNvPr>
          <p:cNvSpPr/>
          <p:nvPr userDrawn="1"/>
        </p:nvSpPr>
        <p:spPr>
          <a:xfrm>
            <a:off x="511756" y="3243383"/>
            <a:ext cx="1476000" cy="468000"/>
          </a:xfrm>
          <a:prstGeom prst="roundRect">
            <a:avLst>
              <a:gd name="adj" fmla="val 5275"/>
            </a:avLst>
          </a:prstGeom>
          <a:solidFill>
            <a:srgbClr val="59595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11" name="四角形: 角を丸くする 10">
            <a:extLst>
              <a:ext uri="{FF2B5EF4-FFF2-40B4-BE49-F238E27FC236}">
                <a16:creationId xmlns:a16="http://schemas.microsoft.com/office/drawing/2014/main" id="{2D2EB6B2-20B4-FC8B-5283-A8A1061CC07C}"/>
              </a:ext>
            </a:extLst>
          </p:cNvPr>
          <p:cNvSpPr/>
          <p:nvPr userDrawn="1"/>
        </p:nvSpPr>
        <p:spPr>
          <a:xfrm>
            <a:off x="511756" y="3871630"/>
            <a:ext cx="1476000" cy="468000"/>
          </a:xfrm>
          <a:prstGeom prst="roundRect">
            <a:avLst>
              <a:gd name="adj" fmla="val 5275"/>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12" name="四角形: 角を丸くする 11">
            <a:extLst>
              <a:ext uri="{FF2B5EF4-FFF2-40B4-BE49-F238E27FC236}">
                <a16:creationId xmlns:a16="http://schemas.microsoft.com/office/drawing/2014/main" id="{5C2CB519-F87D-2C77-0A3F-E3621E8CE35A}"/>
              </a:ext>
            </a:extLst>
          </p:cNvPr>
          <p:cNvSpPr/>
          <p:nvPr userDrawn="1"/>
        </p:nvSpPr>
        <p:spPr>
          <a:xfrm>
            <a:off x="511756" y="1138362"/>
            <a:ext cx="1476000" cy="468000"/>
          </a:xfrm>
          <a:prstGeom prst="roundRect">
            <a:avLst>
              <a:gd name="adj" fmla="val 5275"/>
            </a:avLst>
          </a:prstGeom>
          <a:solidFill>
            <a:srgbClr val="003965"/>
          </a:solidFill>
          <a:ln>
            <a:solidFill>
              <a:srgbClr val="033865"/>
            </a:solid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13" name="四角形: 角を丸くする 12">
            <a:extLst>
              <a:ext uri="{FF2B5EF4-FFF2-40B4-BE49-F238E27FC236}">
                <a16:creationId xmlns:a16="http://schemas.microsoft.com/office/drawing/2014/main" id="{8E76470C-B169-8FC5-4286-860F5F3FCCA8}"/>
              </a:ext>
            </a:extLst>
          </p:cNvPr>
          <p:cNvSpPr/>
          <p:nvPr userDrawn="1"/>
        </p:nvSpPr>
        <p:spPr>
          <a:xfrm>
            <a:off x="511756" y="2615136"/>
            <a:ext cx="1476000" cy="468000"/>
          </a:xfrm>
          <a:prstGeom prst="roundRect">
            <a:avLst>
              <a:gd name="adj" fmla="val 5275"/>
            </a:avLst>
          </a:prstGeom>
          <a:solidFill>
            <a:schemeClr val="tx1"/>
          </a:solidFill>
          <a:ln>
            <a:solidFill>
              <a:srgbClr val="033865"/>
            </a:solid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14" name="四角形: 角を丸くする 13">
            <a:extLst>
              <a:ext uri="{FF2B5EF4-FFF2-40B4-BE49-F238E27FC236}">
                <a16:creationId xmlns:a16="http://schemas.microsoft.com/office/drawing/2014/main" id="{99F64393-7F62-610D-3896-2339A036269A}"/>
              </a:ext>
            </a:extLst>
          </p:cNvPr>
          <p:cNvSpPr/>
          <p:nvPr userDrawn="1"/>
        </p:nvSpPr>
        <p:spPr>
          <a:xfrm>
            <a:off x="511756" y="1766609"/>
            <a:ext cx="1476000" cy="468000"/>
          </a:xfrm>
          <a:prstGeom prst="roundRect">
            <a:avLst>
              <a:gd name="adj" fmla="val 5275"/>
            </a:avLst>
          </a:prstGeom>
          <a:solidFill>
            <a:srgbClr val="0086C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15" name="四角形: 角を丸くする 14">
            <a:extLst>
              <a:ext uri="{FF2B5EF4-FFF2-40B4-BE49-F238E27FC236}">
                <a16:creationId xmlns:a16="http://schemas.microsoft.com/office/drawing/2014/main" id="{7911E5C5-3243-C18F-9766-302CD31E66F6}"/>
              </a:ext>
            </a:extLst>
          </p:cNvPr>
          <p:cNvSpPr/>
          <p:nvPr userDrawn="1"/>
        </p:nvSpPr>
        <p:spPr>
          <a:xfrm>
            <a:off x="511756" y="5916618"/>
            <a:ext cx="1476000" cy="468000"/>
          </a:xfrm>
          <a:prstGeom prst="roundRect">
            <a:avLst>
              <a:gd name="adj" fmla="val 5275"/>
            </a:avLst>
          </a:prstGeom>
          <a:solidFill>
            <a:srgbClr val="F6E5C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16" name="四角形: 角を丸くする 15">
            <a:extLst>
              <a:ext uri="{FF2B5EF4-FFF2-40B4-BE49-F238E27FC236}">
                <a16:creationId xmlns:a16="http://schemas.microsoft.com/office/drawing/2014/main" id="{9E30DF3E-B447-F12C-0D48-A750C2674525}"/>
              </a:ext>
            </a:extLst>
          </p:cNvPr>
          <p:cNvSpPr/>
          <p:nvPr userDrawn="1"/>
        </p:nvSpPr>
        <p:spPr>
          <a:xfrm>
            <a:off x="511756" y="4660124"/>
            <a:ext cx="1476000" cy="468000"/>
          </a:xfrm>
          <a:prstGeom prst="roundRect">
            <a:avLst>
              <a:gd name="adj" fmla="val 5275"/>
            </a:avLst>
          </a:prstGeom>
          <a:solidFill>
            <a:srgbClr val="ED514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17" name="四角形: 角を丸くする 16">
            <a:extLst>
              <a:ext uri="{FF2B5EF4-FFF2-40B4-BE49-F238E27FC236}">
                <a16:creationId xmlns:a16="http://schemas.microsoft.com/office/drawing/2014/main" id="{DBBCFAFF-5018-FE20-8792-DDDAA1297ED6}"/>
              </a:ext>
            </a:extLst>
          </p:cNvPr>
          <p:cNvSpPr/>
          <p:nvPr userDrawn="1"/>
        </p:nvSpPr>
        <p:spPr>
          <a:xfrm>
            <a:off x="511756" y="5288371"/>
            <a:ext cx="1476000" cy="468000"/>
          </a:xfrm>
          <a:prstGeom prst="roundRect">
            <a:avLst>
              <a:gd name="adj" fmla="val 5275"/>
            </a:avLst>
          </a:prstGeom>
          <a:solidFill>
            <a:srgbClr val="FF9F9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cxnSp>
        <p:nvCxnSpPr>
          <p:cNvPr id="18" name="直線コネクタ 17">
            <a:extLst>
              <a:ext uri="{FF2B5EF4-FFF2-40B4-BE49-F238E27FC236}">
                <a16:creationId xmlns:a16="http://schemas.microsoft.com/office/drawing/2014/main" id="{552A2414-2506-14C2-045B-2B225369C2A8}"/>
              </a:ext>
            </a:extLst>
          </p:cNvPr>
          <p:cNvCxnSpPr>
            <a:cxnSpLocks/>
          </p:cNvCxnSpPr>
          <p:nvPr userDrawn="1"/>
        </p:nvCxnSpPr>
        <p:spPr>
          <a:xfrm>
            <a:off x="511756" y="2454889"/>
            <a:ext cx="1101984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7EB40C10-B0B2-516C-05C4-5AFA53E6446B}"/>
              </a:ext>
            </a:extLst>
          </p:cNvPr>
          <p:cNvCxnSpPr>
            <a:cxnSpLocks/>
          </p:cNvCxnSpPr>
          <p:nvPr userDrawn="1"/>
        </p:nvCxnSpPr>
        <p:spPr>
          <a:xfrm>
            <a:off x="532661" y="4499878"/>
            <a:ext cx="1101984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83A4DCB6-F62C-D561-FF62-DFD8545D8797}"/>
              </a:ext>
            </a:extLst>
          </p:cNvPr>
          <p:cNvCxnSpPr>
            <a:cxnSpLocks/>
          </p:cNvCxnSpPr>
          <p:nvPr userDrawn="1"/>
        </p:nvCxnSpPr>
        <p:spPr>
          <a:xfrm>
            <a:off x="511756" y="6544868"/>
            <a:ext cx="1101984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2AE9A3AC-19E4-5886-0F08-950E8BF0149F}"/>
              </a:ext>
            </a:extLst>
          </p:cNvPr>
          <p:cNvCxnSpPr>
            <a:cxnSpLocks/>
          </p:cNvCxnSpPr>
          <p:nvPr userDrawn="1"/>
        </p:nvCxnSpPr>
        <p:spPr>
          <a:xfrm>
            <a:off x="511756" y="916228"/>
            <a:ext cx="1101984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BFD3C168-25C2-44EA-65E3-5A235A4F7732}"/>
              </a:ext>
            </a:extLst>
          </p:cNvPr>
          <p:cNvSpPr txBox="1"/>
          <p:nvPr userDrawn="1"/>
        </p:nvSpPr>
        <p:spPr>
          <a:xfrm>
            <a:off x="2151858" y="1157009"/>
            <a:ext cx="1249715" cy="369332"/>
          </a:xfrm>
          <a:prstGeom prst="rect">
            <a:avLst/>
          </a:prstGeom>
          <a:noFill/>
        </p:spPr>
        <p:txBody>
          <a:bodyPr wrap="square" lIns="0" tIns="0" rIns="0" bIns="0" rtlCol="0">
            <a:spAutoFit/>
          </a:bodyPr>
          <a:lstStyle/>
          <a:p>
            <a:pPr algn="l"/>
            <a:r>
              <a:rPr lang="en-US" altLang="ja-JP" sz="1200" b="1" i="0" u="none" strike="noStrike" baseline="0">
                <a:solidFill>
                  <a:srgbClr val="033865"/>
                </a:solidFill>
                <a:latin typeface="+mj-ea"/>
                <a:ea typeface="+mj-ea"/>
              </a:rPr>
              <a:t>#003965</a:t>
            </a:r>
          </a:p>
          <a:p>
            <a:pPr algn="l"/>
            <a:r>
              <a:rPr lang="ja-JP" altLang="en-US" sz="1200" b="1" i="0" u="none" strike="noStrike" baseline="0">
                <a:solidFill>
                  <a:srgbClr val="033865"/>
                </a:solidFill>
                <a:latin typeface="+mj-ea"/>
                <a:ea typeface="+mj-ea"/>
              </a:rPr>
              <a:t>ロゴカラー①</a:t>
            </a:r>
            <a:endParaRPr lang="en-US" altLang="ja-JP" sz="1200" b="1" i="0" u="none" strike="noStrike" baseline="0">
              <a:solidFill>
                <a:srgbClr val="033865"/>
              </a:solidFill>
              <a:latin typeface="+mj-ea"/>
              <a:ea typeface="+mj-ea"/>
            </a:endParaRPr>
          </a:p>
        </p:txBody>
      </p:sp>
      <p:sp>
        <p:nvSpPr>
          <p:cNvPr id="23" name="テキスト ボックス 22">
            <a:extLst>
              <a:ext uri="{FF2B5EF4-FFF2-40B4-BE49-F238E27FC236}">
                <a16:creationId xmlns:a16="http://schemas.microsoft.com/office/drawing/2014/main" id="{170AD4CE-2D53-1F71-8A02-49933F45E008}"/>
              </a:ext>
            </a:extLst>
          </p:cNvPr>
          <p:cNvSpPr txBox="1"/>
          <p:nvPr userDrawn="1"/>
        </p:nvSpPr>
        <p:spPr>
          <a:xfrm>
            <a:off x="2151858" y="1779236"/>
            <a:ext cx="1249715" cy="369332"/>
          </a:xfrm>
          <a:prstGeom prst="rect">
            <a:avLst/>
          </a:prstGeom>
          <a:noFill/>
        </p:spPr>
        <p:txBody>
          <a:bodyPr wrap="square" lIns="0" tIns="0" rIns="0" bIns="0" rtlCol="0">
            <a:spAutoFit/>
          </a:bodyPr>
          <a:lstStyle/>
          <a:p>
            <a:pPr algn="l"/>
            <a:r>
              <a:rPr lang="en-US" altLang="ja-JP" sz="1200" b="1" i="0" u="none" strike="noStrike" baseline="0">
                <a:solidFill>
                  <a:srgbClr val="0087C5"/>
                </a:solidFill>
                <a:latin typeface="+mj-ea"/>
                <a:ea typeface="+mj-ea"/>
              </a:rPr>
              <a:t>#0086C5</a:t>
            </a:r>
          </a:p>
          <a:p>
            <a:pPr algn="l"/>
            <a:r>
              <a:rPr lang="ja-JP" altLang="en-US" sz="1200" b="1">
                <a:solidFill>
                  <a:srgbClr val="0087C5"/>
                </a:solidFill>
                <a:latin typeface="+mj-ea"/>
                <a:ea typeface="+mj-ea"/>
              </a:rPr>
              <a:t>ロゴカラー②</a:t>
            </a:r>
            <a:endParaRPr lang="en-US" altLang="ja-JP" sz="1200" b="1" i="0" u="none" strike="noStrike" baseline="0">
              <a:solidFill>
                <a:srgbClr val="0087C5"/>
              </a:solidFill>
              <a:latin typeface="+mj-ea"/>
              <a:ea typeface="+mj-ea"/>
            </a:endParaRPr>
          </a:p>
        </p:txBody>
      </p:sp>
      <p:sp>
        <p:nvSpPr>
          <p:cNvPr id="24" name="テキスト ボックス 23">
            <a:extLst>
              <a:ext uri="{FF2B5EF4-FFF2-40B4-BE49-F238E27FC236}">
                <a16:creationId xmlns:a16="http://schemas.microsoft.com/office/drawing/2014/main" id="{639A8AD0-2758-BB6A-081B-D733A762D71F}"/>
              </a:ext>
            </a:extLst>
          </p:cNvPr>
          <p:cNvSpPr txBox="1"/>
          <p:nvPr userDrawn="1"/>
        </p:nvSpPr>
        <p:spPr>
          <a:xfrm>
            <a:off x="2151858" y="2658259"/>
            <a:ext cx="1249715" cy="369332"/>
          </a:xfrm>
          <a:prstGeom prst="rect">
            <a:avLst/>
          </a:prstGeom>
          <a:noFill/>
        </p:spPr>
        <p:txBody>
          <a:bodyPr wrap="square" lIns="0" tIns="0" rIns="0" bIns="0" rtlCol="0">
            <a:spAutoFit/>
          </a:bodyPr>
          <a:lstStyle/>
          <a:p>
            <a:pPr algn="l"/>
            <a:r>
              <a:rPr lang="en-US" altLang="ja-JP" sz="1200" b="1" i="0" u="none" strike="noStrike" baseline="0">
                <a:latin typeface="+mj-ea"/>
                <a:ea typeface="+mj-ea"/>
              </a:rPr>
              <a:t>#000000</a:t>
            </a:r>
          </a:p>
          <a:p>
            <a:pPr algn="l"/>
            <a:r>
              <a:rPr lang="ja-JP" altLang="en-US" sz="1200" b="1">
                <a:latin typeface="+mj-ea"/>
                <a:ea typeface="+mj-ea"/>
              </a:rPr>
              <a:t>ブラック</a:t>
            </a:r>
          </a:p>
        </p:txBody>
      </p:sp>
      <p:sp>
        <p:nvSpPr>
          <p:cNvPr id="25" name="テキスト ボックス 24">
            <a:extLst>
              <a:ext uri="{FF2B5EF4-FFF2-40B4-BE49-F238E27FC236}">
                <a16:creationId xmlns:a16="http://schemas.microsoft.com/office/drawing/2014/main" id="{6BF89A03-1144-8863-444D-7555025C14B1}"/>
              </a:ext>
            </a:extLst>
          </p:cNvPr>
          <p:cNvSpPr txBox="1"/>
          <p:nvPr userDrawn="1"/>
        </p:nvSpPr>
        <p:spPr>
          <a:xfrm>
            <a:off x="2151858" y="3290646"/>
            <a:ext cx="1249715" cy="369332"/>
          </a:xfrm>
          <a:prstGeom prst="rect">
            <a:avLst/>
          </a:prstGeom>
          <a:noFill/>
        </p:spPr>
        <p:txBody>
          <a:bodyPr wrap="square" lIns="0" tIns="0" rIns="0" bIns="0" rtlCol="0">
            <a:spAutoFit/>
          </a:bodyPr>
          <a:lstStyle/>
          <a:p>
            <a:pPr algn="l"/>
            <a:r>
              <a:rPr lang="en-US" altLang="ja-JP" sz="1200" b="1" i="0" u="none" strike="noStrike" baseline="0">
                <a:solidFill>
                  <a:srgbClr val="595959"/>
                </a:solidFill>
                <a:latin typeface="+mj-ea"/>
                <a:ea typeface="+mj-ea"/>
              </a:rPr>
              <a:t>#595959</a:t>
            </a:r>
          </a:p>
          <a:p>
            <a:pPr algn="l"/>
            <a:r>
              <a:rPr lang="ja-JP" altLang="en-US" sz="1200" b="1">
                <a:solidFill>
                  <a:srgbClr val="595959"/>
                </a:solidFill>
                <a:latin typeface="+mj-ea"/>
                <a:ea typeface="+mj-ea"/>
              </a:rPr>
              <a:t>グレー</a:t>
            </a:r>
          </a:p>
        </p:txBody>
      </p:sp>
      <p:sp>
        <p:nvSpPr>
          <p:cNvPr id="26" name="テキスト ボックス 25">
            <a:extLst>
              <a:ext uri="{FF2B5EF4-FFF2-40B4-BE49-F238E27FC236}">
                <a16:creationId xmlns:a16="http://schemas.microsoft.com/office/drawing/2014/main" id="{680BD7C2-042D-FD77-E41A-29B56A86A9D6}"/>
              </a:ext>
            </a:extLst>
          </p:cNvPr>
          <p:cNvSpPr txBox="1"/>
          <p:nvPr userDrawn="1"/>
        </p:nvSpPr>
        <p:spPr>
          <a:xfrm>
            <a:off x="2151858" y="3932519"/>
            <a:ext cx="1249715" cy="369332"/>
          </a:xfrm>
          <a:prstGeom prst="rect">
            <a:avLst/>
          </a:prstGeom>
          <a:noFill/>
        </p:spPr>
        <p:txBody>
          <a:bodyPr wrap="square" lIns="0" tIns="0" rIns="0" bIns="0" rtlCol="0">
            <a:spAutoFit/>
          </a:bodyPr>
          <a:lstStyle/>
          <a:p>
            <a:pPr algn="l"/>
            <a:r>
              <a:rPr lang="en-US" altLang="ja-JP" sz="1200" b="1" i="0" u="none" strike="noStrike" baseline="0">
                <a:solidFill>
                  <a:srgbClr val="D9D9D9"/>
                </a:solidFill>
                <a:latin typeface="+mj-ea"/>
                <a:ea typeface="+mj-ea"/>
              </a:rPr>
              <a:t>#D9D9D9</a:t>
            </a:r>
          </a:p>
          <a:p>
            <a:pPr algn="l"/>
            <a:r>
              <a:rPr lang="ja-JP" altLang="en-US" sz="1200" b="1">
                <a:solidFill>
                  <a:srgbClr val="D9D9D9"/>
                </a:solidFill>
                <a:latin typeface="+mj-ea"/>
                <a:ea typeface="+mj-ea"/>
              </a:rPr>
              <a:t>薄いグレー</a:t>
            </a:r>
          </a:p>
        </p:txBody>
      </p:sp>
      <p:sp>
        <p:nvSpPr>
          <p:cNvPr id="27" name="テキスト ボックス 26">
            <a:extLst>
              <a:ext uri="{FF2B5EF4-FFF2-40B4-BE49-F238E27FC236}">
                <a16:creationId xmlns:a16="http://schemas.microsoft.com/office/drawing/2014/main" id="{70BFB8E7-28F4-0E22-EF3D-1F255E94F957}"/>
              </a:ext>
            </a:extLst>
          </p:cNvPr>
          <p:cNvSpPr txBox="1"/>
          <p:nvPr userDrawn="1"/>
        </p:nvSpPr>
        <p:spPr>
          <a:xfrm>
            <a:off x="2151858" y="4680837"/>
            <a:ext cx="1249715" cy="369332"/>
          </a:xfrm>
          <a:prstGeom prst="rect">
            <a:avLst/>
          </a:prstGeom>
          <a:noFill/>
        </p:spPr>
        <p:txBody>
          <a:bodyPr wrap="square" lIns="0" tIns="0" rIns="0" bIns="0" rtlCol="0">
            <a:spAutoFit/>
          </a:bodyPr>
          <a:lstStyle/>
          <a:p>
            <a:pPr algn="l"/>
            <a:r>
              <a:rPr lang="en-US" altLang="ja-JP" sz="1200" b="1">
                <a:solidFill>
                  <a:srgbClr val="FF5050"/>
                </a:solidFill>
                <a:latin typeface="+mj-ea"/>
                <a:ea typeface="+mj-ea"/>
              </a:rPr>
              <a:t>#</a:t>
            </a:r>
            <a:r>
              <a:rPr lang="en-US" altLang="ja-JP" sz="1200" b="1" i="0" u="none" strike="noStrike" baseline="0">
                <a:solidFill>
                  <a:srgbClr val="FF5050"/>
                </a:solidFill>
                <a:latin typeface="+mj-ea"/>
                <a:ea typeface="+mj-ea"/>
              </a:rPr>
              <a:t>ed514e</a:t>
            </a:r>
          </a:p>
          <a:p>
            <a:pPr algn="l"/>
            <a:r>
              <a:rPr lang="ja-JP" altLang="en-US" sz="1200" b="1" i="0" u="none" strike="noStrike" baseline="0">
                <a:solidFill>
                  <a:srgbClr val="FF5050"/>
                </a:solidFill>
                <a:latin typeface="+mj-ea"/>
                <a:ea typeface="+mj-ea"/>
              </a:rPr>
              <a:t>ポイントカラー</a:t>
            </a:r>
            <a:endParaRPr lang="en-US" altLang="ja-JP" sz="1200" b="1" i="0" u="none" strike="noStrike" baseline="0">
              <a:solidFill>
                <a:srgbClr val="FF5050"/>
              </a:solidFill>
              <a:latin typeface="+mj-ea"/>
              <a:ea typeface="+mj-ea"/>
            </a:endParaRPr>
          </a:p>
        </p:txBody>
      </p:sp>
      <p:sp>
        <p:nvSpPr>
          <p:cNvPr id="28" name="テキスト ボックス 27">
            <a:extLst>
              <a:ext uri="{FF2B5EF4-FFF2-40B4-BE49-F238E27FC236}">
                <a16:creationId xmlns:a16="http://schemas.microsoft.com/office/drawing/2014/main" id="{A496D88F-D7B0-CA5D-3D67-654FD76CFA19}"/>
              </a:ext>
            </a:extLst>
          </p:cNvPr>
          <p:cNvSpPr txBox="1"/>
          <p:nvPr userDrawn="1"/>
        </p:nvSpPr>
        <p:spPr>
          <a:xfrm>
            <a:off x="2151858" y="5320601"/>
            <a:ext cx="1249715" cy="369332"/>
          </a:xfrm>
          <a:prstGeom prst="rect">
            <a:avLst/>
          </a:prstGeom>
          <a:noFill/>
        </p:spPr>
        <p:txBody>
          <a:bodyPr wrap="square" lIns="0" tIns="0" rIns="0" bIns="0" rtlCol="0">
            <a:spAutoFit/>
          </a:bodyPr>
          <a:lstStyle/>
          <a:p>
            <a:pPr algn="l"/>
            <a:r>
              <a:rPr lang="en-US" altLang="ja-JP" sz="1200" b="1" i="0" u="none" strike="noStrike" baseline="0">
                <a:solidFill>
                  <a:srgbClr val="FF9F9F"/>
                </a:solidFill>
                <a:latin typeface="+mj-ea"/>
                <a:ea typeface="+mj-ea"/>
              </a:rPr>
              <a:t>#FF9F9F</a:t>
            </a:r>
          </a:p>
          <a:p>
            <a:pPr algn="l"/>
            <a:r>
              <a:rPr lang="ja-JP" altLang="en-US" sz="1200" b="1">
                <a:solidFill>
                  <a:srgbClr val="FF9F9F"/>
                </a:solidFill>
                <a:latin typeface="+mj-ea"/>
                <a:ea typeface="+mj-ea"/>
              </a:rPr>
              <a:t>桜色</a:t>
            </a:r>
          </a:p>
        </p:txBody>
      </p:sp>
      <p:sp>
        <p:nvSpPr>
          <p:cNvPr id="29" name="テキスト ボックス 28">
            <a:extLst>
              <a:ext uri="{FF2B5EF4-FFF2-40B4-BE49-F238E27FC236}">
                <a16:creationId xmlns:a16="http://schemas.microsoft.com/office/drawing/2014/main" id="{FD2AE7FF-A8F7-F096-69CC-2238F131977E}"/>
              </a:ext>
            </a:extLst>
          </p:cNvPr>
          <p:cNvSpPr txBox="1"/>
          <p:nvPr userDrawn="1"/>
        </p:nvSpPr>
        <p:spPr>
          <a:xfrm>
            <a:off x="2151858" y="5973374"/>
            <a:ext cx="1249715" cy="369332"/>
          </a:xfrm>
          <a:prstGeom prst="rect">
            <a:avLst/>
          </a:prstGeom>
          <a:noFill/>
        </p:spPr>
        <p:txBody>
          <a:bodyPr wrap="square" lIns="0" tIns="0" rIns="0" bIns="0" rtlCol="0">
            <a:spAutoFit/>
          </a:bodyPr>
          <a:lstStyle/>
          <a:p>
            <a:pPr algn="l"/>
            <a:r>
              <a:rPr lang="en-US" altLang="ja-JP" sz="1200" b="1" i="0" u="none" strike="noStrike" baseline="0">
                <a:solidFill>
                  <a:srgbClr val="EFE1C6"/>
                </a:solidFill>
                <a:latin typeface="+mj-ea"/>
                <a:ea typeface="+mj-ea"/>
              </a:rPr>
              <a:t>#f6e5cc</a:t>
            </a:r>
          </a:p>
          <a:p>
            <a:pPr algn="l"/>
            <a:r>
              <a:rPr lang="ja-JP" altLang="en-US" sz="1200" b="1">
                <a:solidFill>
                  <a:srgbClr val="EFE1C6"/>
                </a:solidFill>
                <a:latin typeface="+mj-ea"/>
                <a:ea typeface="+mj-ea"/>
              </a:rPr>
              <a:t>サブカラー</a:t>
            </a:r>
            <a:endParaRPr lang="en-US" altLang="ja-JP" sz="1200" b="1" i="0" u="none" strike="noStrike" baseline="0">
              <a:solidFill>
                <a:srgbClr val="EFE1C6"/>
              </a:solidFill>
              <a:latin typeface="+mj-ea"/>
              <a:ea typeface="+mj-ea"/>
            </a:endParaRPr>
          </a:p>
        </p:txBody>
      </p:sp>
      <p:sp>
        <p:nvSpPr>
          <p:cNvPr id="30" name="テキスト ボックス 29">
            <a:extLst>
              <a:ext uri="{FF2B5EF4-FFF2-40B4-BE49-F238E27FC236}">
                <a16:creationId xmlns:a16="http://schemas.microsoft.com/office/drawing/2014/main" id="{607216D0-0FC1-1B2D-078D-A2B59BF3EBC4}"/>
              </a:ext>
            </a:extLst>
          </p:cNvPr>
          <p:cNvSpPr txBox="1"/>
          <p:nvPr userDrawn="1"/>
        </p:nvSpPr>
        <p:spPr>
          <a:xfrm>
            <a:off x="3401574" y="2617970"/>
            <a:ext cx="2573091" cy="282513"/>
          </a:xfrm>
          <a:prstGeom prst="rect">
            <a:avLst/>
          </a:prstGeom>
          <a:noFill/>
        </p:spPr>
        <p:txBody>
          <a:bodyPr wrap="square" lIns="0" tIns="0" rIns="0" bIns="0" rtlCol="0">
            <a:spAutoFit/>
          </a:bodyPr>
          <a:lstStyle/>
          <a:p>
            <a:pPr>
              <a:lnSpc>
                <a:spcPct val="120000"/>
              </a:lnSpc>
            </a:pPr>
            <a:r>
              <a:rPr lang="ja-JP" altLang="en-US" b="1">
                <a:latin typeface="+mj-ea"/>
                <a:ea typeface="+mj-ea"/>
              </a:rPr>
              <a:t>グレースケールカラー</a:t>
            </a:r>
            <a:endParaRPr kumimoji="1" lang="ja-JP" altLang="en-US" b="1">
              <a:latin typeface="+mj-ea"/>
              <a:ea typeface="+mj-ea"/>
            </a:endParaRPr>
          </a:p>
        </p:txBody>
      </p:sp>
      <p:sp>
        <p:nvSpPr>
          <p:cNvPr id="31" name="テキスト ボックス 30">
            <a:extLst>
              <a:ext uri="{FF2B5EF4-FFF2-40B4-BE49-F238E27FC236}">
                <a16:creationId xmlns:a16="http://schemas.microsoft.com/office/drawing/2014/main" id="{6077B4BC-A786-C7C1-7A88-F31C15659DF9}"/>
              </a:ext>
            </a:extLst>
          </p:cNvPr>
          <p:cNvSpPr txBox="1"/>
          <p:nvPr userDrawn="1"/>
        </p:nvSpPr>
        <p:spPr>
          <a:xfrm>
            <a:off x="3401573" y="3002212"/>
            <a:ext cx="2907788" cy="642163"/>
          </a:xfrm>
          <a:prstGeom prst="rect">
            <a:avLst/>
          </a:prstGeom>
          <a:noFill/>
        </p:spPr>
        <p:txBody>
          <a:bodyPr wrap="square" lIns="0" tIns="0" rIns="0" bIns="0" rtlCol="0">
            <a:spAutoFit/>
          </a:bodyPr>
          <a:lstStyle/>
          <a:p>
            <a:pPr marL="171450" indent="-171450">
              <a:lnSpc>
                <a:spcPct val="120000"/>
              </a:lnSpc>
              <a:buFont typeface="Arial" panose="020B0604020202020204" pitchFamily="34" charset="0"/>
              <a:buChar char="•"/>
            </a:pPr>
            <a:r>
              <a:rPr kumimoji="1" lang="ja-JP" altLang="en-US" sz="1200">
                <a:solidFill>
                  <a:schemeClr val="tx1">
                    <a:lumMod val="65000"/>
                    <a:lumOff val="35000"/>
                  </a:schemeClr>
                </a:solidFill>
                <a:latin typeface="+mj-ea"/>
                <a:ea typeface="+mj-ea"/>
              </a:rPr>
              <a:t>黒色は基本てテキストに使用</a:t>
            </a:r>
            <a:endParaRPr kumimoji="1" lang="en-US" altLang="ja-JP" sz="1200">
              <a:solidFill>
                <a:schemeClr val="tx1">
                  <a:lumMod val="65000"/>
                  <a:lumOff val="35000"/>
                </a:schemeClr>
              </a:solidFill>
              <a:latin typeface="+mj-ea"/>
              <a:ea typeface="+mj-ea"/>
            </a:endParaRPr>
          </a:p>
          <a:p>
            <a:pPr marL="171450" indent="-171450">
              <a:lnSpc>
                <a:spcPct val="120000"/>
              </a:lnSpc>
              <a:buFont typeface="Arial" panose="020B0604020202020204" pitchFamily="34" charset="0"/>
              <a:buChar char="•"/>
            </a:pPr>
            <a:r>
              <a:rPr kumimoji="1" lang="ja-JP" altLang="en-US" sz="1200">
                <a:solidFill>
                  <a:schemeClr val="tx1">
                    <a:lumMod val="65000"/>
                    <a:lumOff val="35000"/>
                  </a:schemeClr>
                </a:solidFill>
                <a:latin typeface="+mj-ea"/>
                <a:ea typeface="+mj-ea"/>
              </a:rPr>
              <a:t>グレー色は注釈やグラフの非強調領域の塗等に使用する</a:t>
            </a:r>
          </a:p>
        </p:txBody>
      </p:sp>
      <p:sp>
        <p:nvSpPr>
          <p:cNvPr id="32" name="テキスト ボックス 31">
            <a:extLst>
              <a:ext uri="{FF2B5EF4-FFF2-40B4-BE49-F238E27FC236}">
                <a16:creationId xmlns:a16="http://schemas.microsoft.com/office/drawing/2014/main" id="{0BA93055-B0B1-C48A-8539-F6ACE860C1BB}"/>
              </a:ext>
            </a:extLst>
          </p:cNvPr>
          <p:cNvSpPr txBox="1"/>
          <p:nvPr userDrawn="1"/>
        </p:nvSpPr>
        <p:spPr>
          <a:xfrm>
            <a:off x="3401574" y="4628367"/>
            <a:ext cx="2573091" cy="282513"/>
          </a:xfrm>
          <a:prstGeom prst="rect">
            <a:avLst/>
          </a:prstGeom>
          <a:noFill/>
        </p:spPr>
        <p:txBody>
          <a:bodyPr wrap="square" lIns="0" tIns="0" rIns="0" bIns="0" rtlCol="0">
            <a:spAutoFit/>
          </a:bodyPr>
          <a:lstStyle/>
          <a:p>
            <a:pPr>
              <a:lnSpc>
                <a:spcPct val="120000"/>
              </a:lnSpc>
            </a:pPr>
            <a:r>
              <a:rPr lang="ja-JP" altLang="en-US" b="1">
                <a:solidFill>
                  <a:srgbClr val="ED514E"/>
                </a:solidFill>
                <a:latin typeface="+mj-ea"/>
                <a:ea typeface="+mj-ea"/>
              </a:rPr>
              <a:t>強調・補助カラー</a:t>
            </a:r>
            <a:endParaRPr kumimoji="1" lang="ja-JP" altLang="en-US" b="1">
              <a:solidFill>
                <a:srgbClr val="ED514E"/>
              </a:solidFill>
              <a:latin typeface="+mj-ea"/>
              <a:ea typeface="+mj-ea"/>
            </a:endParaRPr>
          </a:p>
        </p:txBody>
      </p:sp>
      <p:sp>
        <p:nvSpPr>
          <p:cNvPr id="33" name="テキスト ボックス 32">
            <a:extLst>
              <a:ext uri="{FF2B5EF4-FFF2-40B4-BE49-F238E27FC236}">
                <a16:creationId xmlns:a16="http://schemas.microsoft.com/office/drawing/2014/main" id="{D13A30D5-B00C-94BF-FF4C-C2663A212AED}"/>
              </a:ext>
            </a:extLst>
          </p:cNvPr>
          <p:cNvSpPr txBox="1"/>
          <p:nvPr userDrawn="1"/>
        </p:nvSpPr>
        <p:spPr>
          <a:xfrm>
            <a:off x="3401573" y="5012608"/>
            <a:ext cx="2907788" cy="1306961"/>
          </a:xfrm>
          <a:prstGeom prst="rect">
            <a:avLst/>
          </a:prstGeom>
          <a:noFill/>
        </p:spPr>
        <p:txBody>
          <a:bodyPr wrap="square" lIns="0" tIns="0" rIns="0" bIns="0" rtlCol="0">
            <a:spAutoFit/>
          </a:bodyPr>
          <a:lstStyle/>
          <a:p>
            <a:pPr marL="171450" indent="-171450">
              <a:lnSpc>
                <a:spcPct val="120000"/>
              </a:lnSpc>
              <a:buFont typeface="Arial" panose="020B0604020202020204" pitchFamily="34" charset="0"/>
              <a:buChar char="•"/>
            </a:pPr>
            <a:r>
              <a:rPr kumimoji="1" lang="ja-JP" altLang="en-US" sz="1200">
                <a:solidFill>
                  <a:schemeClr val="tx1">
                    <a:lumMod val="65000"/>
                    <a:lumOff val="35000"/>
                  </a:schemeClr>
                </a:solidFill>
                <a:latin typeface="+mj-ea"/>
                <a:ea typeface="+mj-ea"/>
              </a:rPr>
              <a:t>グラフなどで強調したい領域、数字テキストやコメントに使用する</a:t>
            </a:r>
            <a:endParaRPr kumimoji="1" lang="en-US" altLang="ja-JP" sz="1200">
              <a:solidFill>
                <a:schemeClr val="tx1">
                  <a:lumMod val="65000"/>
                  <a:lumOff val="35000"/>
                </a:schemeClr>
              </a:solidFill>
              <a:latin typeface="+mj-ea"/>
              <a:ea typeface="+mj-ea"/>
            </a:endParaRPr>
          </a:p>
          <a:p>
            <a:pPr marL="171450" indent="-171450">
              <a:lnSpc>
                <a:spcPct val="120000"/>
              </a:lnSpc>
              <a:buFont typeface="Arial" panose="020B0604020202020204" pitchFamily="34" charset="0"/>
              <a:buChar char="•"/>
            </a:pPr>
            <a:r>
              <a:rPr lang="ja-JP" altLang="en-US" sz="1200">
                <a:solidFill>
                  <a:schemeClr val="tx1">
                    <a:lumMod val="65000"/>
                    <a:lumOff val="35000"/>
                  </a:schemeClr>
                </a:solidFill>
                <a:latin typeface="+mj-ea"/>
                <a:ea typeface="+mj-ea"/>
              </a:rPr>
              <a:t>桜色はグラフ等でやや目線を落としてもらいたい箇所などで利用</a:t>
            </a:r>
            <a:endParaRPr lang="en-US" altLang="ja-JP" sz="1200">
              <a:solidFill>
                <a:schemeClr val="tx1">
                  <a:lumMod val="65000"/>
                  <a:lumOff val="35000"/>
                </a:schemeClr>
              </a:solidFill>
              <a:latin typeface="+mj-ea"/>
              <a:ea typeface="+mj-ea"/>
            </a:endParaRPr>
          </a:p>
          <a:p>
            <a:pPr marL="171450" indent="-171450">
              <a:lnSpc>
                <a:spcPct val="120000"/>
              </a:lnSpc>
              <a:buFont typeface="Arial" panose="020B0604020202020204" pitchFamily="34" charset="0"/>
              <a:buChar char="•"/>
            </a:pPr>
            <a:r>
              <a:rPr kumimoji="1" lang="ja-JP" altLang="en-US" sz="1200">
                <a:solidFill>
                  <a:schemeClr val="tx1">
                    <a:lumMod val="65000"/>
                    <a:lumOff val="35000"/>
                  </a:schemeClr>
                </a:solidFill>
                <a:latin typeface="+mj-ea"/>
                <a:ea typeface="+mj-ea"/>
              </a:rPr>
              <a:t>エルクベージュは基調カラーとセットで表示する補色系など</a:t>
            </a:r>
          </a:p>
        </p:txBody>
      </p:sp>
      <p:cxnSp>
        <p:nvCxnSpPr>
          <p:cNvPr id="34" name="直線コネクタ 33">
            <a:extLst>
              <a:ext uri="{FF2B5EF4-FFF2-40B4-BE49-F238E27FC236}">
                <a16:creationId xmlns:a16="http://schemas.microsoft.com/office/drawing/2014/main" id="{85ADBD84-2096-74A8-51A5-1533E44869A9}"/>
              </a:ext>
            </a:extLst>
          </p:cNvPr>
          <p:cNvCxnSpPr>
            <a:cxnSpLocks/>
          </p:cNvCxnSpPr>
          <p:nvPr userDrawn="1"/>
        </p:nvCxnSpPr>
        <p:spPr>
          <a:xfrm>
            <a:off x="6583680" y="2454889"/>
            <a:ext cx="0" cy="408997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B2030ECF-E6B0-D2E5-AAC2-E05E0A51DF00}"/>
              </a:ext>
            </a:extLst>
          </p:cNvPr>
          <p:cNvSpPr txBox="1"/>
          <p:nvPr userDrawn="1"/>
        </p:nvSpPr>
        <p:spPr>
          <a:xfrm>
            <a:off x="7929908" y="2816399"/>
            <a:ext cx="1249715" cy="184666"/>
          </a:xfrm>
          <a:prstGeom prst="rect">
            <a:avLst/>
          </a:prstGeom>
          <a:noFill/>
        </p:spPr>
        <p:txBody>
          <a:bodyPr wrap="square" lIns="0" tIns="0" rIns="0" bIns="0" rtlCol="0">
            <a:spAutoFit/>
          </a:bodyPr>
          <a:lstStyle/>
          <a:p>
            <a:pPr algn="l"/>
            <a:r>
              <a:rPr lang="en-US" altLang="ja-JP" sz="1200" b="1" i="0" u="none" strike="noStrike" baseline="0">
                <a:solidFill>
                  <a:srgbClr val="2B5B8A"/>
                </a:solidFill>
                <a:latin typeface="+mj-ea"/>
                <a:ea typeface="+mj-ea"/>
              </a:rPr>
              <a:t>#1F4E79</a:t>
            </a:r>
          </a:p>
        </p:txBody>
      </p:sp>
      <p:sp>
        <p:nvSpPr>
          <p:cNvPr id="36" name="テキスト ボックス 35">
            <a:extLst>
              <a:ext uri="{FF2B5EF4-FFF2-40B4-BE49-F238E27FC236}">
                <a16:creationId xmlns:a16="http://schemas.microsoft.com/office/drawing/2014/main" id="{69C229D7-72CB-8CC3-5734-FC4AFC56FC0A}"/>
              </a:ext>
            </a:extLst>
          </p:cNvPr>
          <p:cNvSpPr txBox="1"/>
          <p:nvPr userDrawn="1"/>
        </p:nvSpPr>
        <p:spPr>
          <a:xfrm>
            <a:off x="9163497" y="2644181"/>
            <a:ext cx="2068130" cy="282513"/>
          </a:xfrm>
          <a:prstGeom prst="rect">
            <a:avLst/>
          </a:prstGeom>
          <a:noFill/>
        </p:spPr>
        <p:txBody>
          <a:bodyPr wrap="square" lIns="0" tIns="0" rIns="0" bIns="0" rtlCol="0">
            <a:spAutoFit/>
          </a:bodyPr>
          <a:lstStyle/>
          <a:p>
            <a:pPr>
              <a:lnSpc>
                <a:spcPct val="120000"/>
              </a:lnSpc>
            </a:pPr>
            <a:r>
              <a:rPr lang="ja-JP" altLang="en-US" b="1">
                <a:solidFill>
                  <a:srgbClr val="2B5B8A"/>
                </a:solidFill>
                <a:latin typeface="+mj-ea"/>
                <a:ea typeface="+mj-ea"/>
              </a:rPr>
              <a:t>図解</a:t>
            </a:r>
            <a:r>
              <a:rPr lang="en-US" altLang="ja-JP" b="1">
                <a:solidFill>
                  <a:srgbClr val="2B5B8A"/>
                </a:solidFill>
                <a:latin typeface="+mj-ea"/>
                <a:ea typeface="+mj-ea"/>
              </a:rPr>
              <a:t>/</a:t>
            </a:r>
            <a:r>
              <a:rPr lang="ja-JP" altLang="en-US" b="1">
                <a:solidFill>
                  <a:srgbClr val="2B5B8A"/>
                </a:solidFill>
                <a:latin typeface="+mj-ea"/>
                <a:ea typeface="+mj-ea"/>
              </a:rPr>
              <a:t>グラフカラー</a:t>
            </a:r>
            <a:endParaRPr kumimoji="1" lang="ja-JP" altLang="en-US" b="1">
              <a:solidFill>
                <a:srgbClr val="2B5B8A"/>
              </a:solidFill>
              <a:latin typeface="+mj-ea"/>
              <a:ea typeface="+mj-ea"/>
            </a:endParaRPr>
          </a:p>
        </p:txBody>
      </p:sp>
      <p:sp>
        <p:nvSpPr>
          <p:cNvPr id="37" name="テキスト ボックス 36">
            <a:extLst>
              <a:ext uri="{FF2B5EF4-FFF2-40B4-BE49-F238E27FC236}">
                <a16:creationId xmlns:a16="http://schemas.microsoft.com/office/drawing/2014/main" id="{E3E4BFA1-9859-5582-E7D5-E7A49BCC3D46}"/>
              </a:ext>
            </a:extLst>
          </p:cNvPr>
          <p:cNvSpPr txBox="1"/>
          <p:nvPr userDrawn="1"/>
        </p:nvSpPr>
        <p:spPr>
          <a:xfrm>
            <a:off x="9179623" y="3027232"/>
            <a:ext cx="2300285" cy="642163"/>
          </a:xfrm>
          <a:prstGeom prst="rect">
            <a:avLst/>
          </a:prstGeom>
          <a:noFill/>
        </p:spPr>
        <p:txBody>
          <a:bodyPr wrap="square" lIns="0" tIns="0" rIns="0" bIns="0" rtlCol="0">
            <a:spAutoFit/>
          </a:bodyPr>
          <a:lstStyle/>
          <a:p>
            <a:pPr marL="171450" indent="-171450">
              <a:lnSpc>
                <a:spcPct val="120000"/>
              </a:lnSpc>
              <a:buFont typeface="Arial" panose="020B0604020202020204" pitchFamily="34" charset="0"/>
              <a:buChar char="•"/>
            </a:pPr>
            <a:r>
              <a:rPr lang="ja-JP" altLang="en-US" sz="1200">
                <a:solidFill>
                  <a:schemeClr val="tx1">
                    <a:lumMod val="65000"/>
                    <a:lumOff val="35000"/>
                  </a:schemeClr>
                </a:solidFill>
                <a:latin typeface="+mj-ea"/>
                <a:ea typeface="+mj-ea"/>
              </a:rPr>
              <a:t>ロゴ基調カラーよりもビビットではなく図解やグラフ用に強弱をつけて表現する際に使用する</a:t>
            </a:r>
            <a:endParaRPr kumimoji="1" lang="en-US" altLang="ja-JP" sz="1200">
              <a:solidFill>
                <a:schemeClr val="tx1">
                  <a:lumMod val="65000"/>
                  <a:lumOff val="35000"/>
                </a:schemeClr>
              </a:solidFill>
              <a:latin typeface="+mj-ea"/>
              <a:ea typeface="+mj-ea"/>
            </a:endParaRPr>
          </a:p>
        </p:txBody>
      </p:sp>
      <p:grpSp>
        <p:nvGrpSpPr>
          <p:cNvPr id="38" name="グループ化 37">
            <a:extLst>
              <a:ext uri="{FF2B5EF4-FFF2-40B4-BE49-F238E27FC236}">
                <a16:creationId xmlns:a16="http://schemas.microsoft.com/office/drawing/2014/main" id="{8B4E2FA6-F4FC-97F6-9290-A4233BF3D250}"/>
              </a:ext>
            </a:extLst>
          </p:cNvPr>
          <p:cNvGrpSpPr/>
          <p:nvPr userDrawn="1"/>
        </p:nvGrpSpPr>
        <p:grpSpPr>
          <a:xfrm>
            <a:off x="6858000" y="5343110"/>
            <a:ext cx="4089520" cy="769681"/>
            <a:chOff x="6789944" y="5376873"/>
            <a:chExt cx="4089520" cy="769681"/>
          </a:xfrm>
        </p:grpSpPr>
        <p:sp>
          <p:nvSpPr>
            <p:cNvPr id="39" name="四角形: 角を丸くする 38">
              <a:extLst>
                <a:ext uri="{FF2B5EF4-FFF2-40B4-BE49-F238E27FC236}">
                  <a16:creationId xmlns:a16="http://schemas.microsoft.com/office/drawing/2014/main" id="{49206EAE-8DA4-BD06-632D-1C5C52F6C183}"/>
                </a:ext>
              </a:extLst>
            </p:cNvPr>
            <p:cNvSpPr/>
            <p:nvPr/>
          </p:nvSpPr>
          <p:spPr>
            <a:xfrm>
              <a:off x="7222107" y="5782755"/>
              <a:ext cx="380908" cy="363798"/>
            </a:xfrm>
            <a:prstGeom prst="roundRect">
              <a:avLst>
                <a:gd name="adj" fmla="val 5275"/>
              </a:avLst>
            </a:prstGeom>
            <a:solidFill>
              <a:srgbClr val="EFE1C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40" name="四角形: 角を丸くする 39">
              <a:extLst>
                <a:ext uri="{FF2B5EF4-FFF2-40B4-BE49-F238E27FC236}">
                  <a16:creationId xmlns:a16="http://schemas.microsoft.com/office/drawing/2014/main" id="{5B1E619E-8B88-3AFE-B17B-63CCBB46D4BC}"/>
                </a:ext>
              </a:extLst>
            </p:cNvPr>
            <p:cNvSpPr/>
            <p:nvPr/>
          </p:nvSpPr>
          <p:spPr>
            <a:xfrm>
              <a:off x="6793610" y="5782756"/>
              <a:ext cx="380908" cy="363798"/>
            </a:xfrm>
            <a:prstGeom prst="roundRect">
              <a:avLst>
                <a:gd name="adj" fmla="val 5275"/>
              </a:avLst>
            </a:prstGeom>
            <a:solidFill>
              <a:srgbClr val="0086C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41" name="四角形: 角を丸くする 40">
              <a:extLst>
                <a:ext uri="{FF2B5EF4-FFF2-40B4-BE49-F238E27FC236}">
                  <a16:creationId xmlns:a16="http://schemas.microsoft.com/office/drawing/2014/main" id="{B1981E03-6497-B7E9-A761-57417A0D6646}"/>
                </a:ext>
              </a:extLst>
            </p:cNvPr>
            <p:cNvSpPr/>
            <p:nvPr/>
          </p:nvSpPr>
          <p:spPr>
            <a:xfrm>
              <a:off x="6789944" y="5379614"/>
              <a:ext cx="380908" cy="363798"/>
            </a:xfrm>
            <a:prstGeom prst="roundRect">
              <a:avLst>
                <a:gd name="adj" fmla="val 5275"/>
              </a:avLst>
            </a:prstGeom>
            <a:solidFill>
              <a:srgbClr val="00396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42" name="四角形: 角を丸くする 41">
              <a:extLst>
                <a:ext uri="{FF2B5EF4-FFF2-40B4-BE49-F238E27FC236}">
                  <a16:creationId xmlns:a16="http://schemas.microsoft.com/office/drawing/2014/main" id="{9ADF269F-2833-F667-BADD-BE8EEC800CF8}"/>
                </a:ext>
              </a:extLst>
            </p:cNvPr>
            <p:cNvSpPr/>
            <p:nvPr/>
          </p:nvSpPr>
          <p:spPr>
            <a:xfrm>
              <a:off x="7230535" y="5379613"/>
              <a:ext cx="380908" cy="363798"/>
            </a:xfrm>
            <a:prstGeom prst="roundRect">
              <a:avLst>
                <a:gd name="adj" fmla="val 5275"/>
              </a:avLst>
            </a:prstGeom>
            <a:solidFill>
              <a:srgbClr val="8BCDF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43" name="四角形: 角を丸くする 42">
              <a:extLst>
                <a:ext uri="{FF2B5EF4-FFF2-40B4-BE49-F238E27FC236}">
                  <a16:creationId xmlns:a16="http://schemas.microsoft.com/office/drawing/2014/main" id="{20DA4E8C-10CB-34D4-034C-99747F720C43}"/>
                </a:ext>
              </a:extLst>
            </p:cNvPr>
            <p:cNvSpPr/>
            <p:nvPr/>
          </p:nvSpPr>
          <p:spPr>
            <a:xfrm>
              <a:off x="8301112" y="5782755"/>
              <a:ext cx="380908" cy="363798"/>
            </a:xfrm>
            <a:prstGeom prst="roundRect">
              <a:avLst>
                <a:gd name="adj" fmla="val 5275"/>
              </a:avLst>
            </a:prstGeom>
            <a:solidFill>
              <a:srgbClr val="FF9F9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44" name="四角形: 角を丸くする 43">
              <a:extLst>
                <a:ext uri="{FF2B5EF4-FFF2-40B4-BE49-F238E27FC236}">
                  <a16:creationId xmlns:a16="http://schemas.microsoft.com/office/drawing/2014/main" id="{C1A648DE-EB6A-9872-FBD8-FC14DA98FAD2}"/>
                </a:ext>
              </a:extLst>
            </p:cNvPr>
            <p:cNvSpPr/>
            <p:nvPr/>
          </p:nvSpPr>
          <p:spPr>
            <a:xfrm>
              <a:off x="7872616" y="5782756"/>
              <a:ext cx="380908" cy="363798"/>
            </a:xfrm>
            <a:prstGeom prst="roundRect">
              <a:avLst>
                <a:gd name="adj" fmla="val 5275"/>
              </a:avLst>
            </a:prstGeom>
            <a:solidFill>
              <a:srgbClr val="0086C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45" name="四角形: 角を丸くする 44">
              <a:extLst>
                <a:ext uri="{FF2B5EF4-FFF2-40B4-BE49-F238E27FC236}">
                  <a16:creationId xmlns:a16="http://schemas.microsoft.com/office/drawing/2014/main" id="{B5C732ED-F3B7-289F-99BE-03366C166B05}"/>
                </a:ext>
              </a:extLst>
            </p:cNvPr>
            <p:cNvSpPr/>
            <p:nvPr/>
          </p:nvSpPr>
          <p:spPr>
            <a:xfrm>
              <a:off x="7868949" y="5379614"/>
              <a:ext cx="380908" cy="363798"/>
            </a:xfrm>
            <a:prstGeom prst="roundRect">
              <a:avLst>
                <a:gd name="adj" fmla="val 5275"/>
              </a:avLst>
            </a:prstGeom>
            <a:solidFill>
              <a:srgbClr val="00396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46" name="四角形: 角を丸くする 45">
              <a:extLst>
                <a:ext uri="{FF2B5EF4-FFF2-40B4-BE49-F238E27FC236}">
                  <a16:creationId xmlns:a16="http://schemas.microsoft.com/office/drawing/2014/main" id="{5DC471A8-B2F5-CB73-8B3B-F376E762F2D5}"/>
                </a:ext>
              </a:extLst>
            </p:cNvPr>
            <p:cNvSpPr/>
            <p:nvPr/>
          </p:nvSpPr>
          <p:spPr>
            <a:xfrm>
              <a:off x="8309541" y="5379613"/>
              <a:ext cx="380908" cy="363798"/>
            </a:xfrm>
            <a:prstGeom prst="roundRect">
              <a:avLst>
                <a:gd name="adj" fmla="val 5275"/>
              </a:avLst>
            </a:prstGeom>
            <a:solidFill>
              <a:srgbClr val="ED514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47" name="四角形: 角を丸くする 46">
              <a:extLst>
                <a:ext uri="{FF2B5EF4-FFF2-40B4-BE49-F238E27FC236}">
                  <a16:creationId xmlns:a16="http://schemas.microsoft.com/office/drawing/2014/main" id="{8D3FC568-256B-9E56-1535-68765D17B56B}"/>
                </a:ext>
              </a:extLst>
            </p:cNvPr>
            <p:cNvSpPr/>
            <p:nvPr/>
          </p:nvSpPr>
          <p:spPr>
            <a:xfrm>
              <a:off x="9376452" y="5782755"/>
              <a:ext cx="380908" cy="363798"/>
            </a:xfrm>
            <a:prstGeom prst="roundRect">
              <a:avLst>
                <a:gd name="adj" fmla="val 5275"/>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48" name="四角形: 角を丸くする 47">
              <a:extLst>
                <a:ext uri="{FF2B5EF4-FFF2-40B4-BE49-F238E27FC236}">
                  <a16:creationId xmlns:a16="http://schemas.microsoft.com/office/drawing/2014/main" id="{C5E77F0C-09B6-3546-8135-144060A6F159}"/>
                </a:ext>
              </a:extLst>
            </p:cNvPr>
            <p:cNvSpPr/>
            <p:nvPr/>
          </p:nvSpPr>
          <p:spPr>
            <a:xfrm>
              <a:off x="8947955" y="5782755"/>
              <a:ext cx="380908" cy="363798"/>
            </a:xfrm>
            <a:prstGeom prst="roundRect">
              <a:avLst>
                <a:gd name="adj" fmla="val 5275"/>
              </a:avLst>
            </a:prstGeom>
            <a:solidFill>
              <a:srgbClr val="0086C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49" name="四角形: 角を丸くする 48">
              <a:extLst>
                <a:ext uri="{FF2B5EF4-FFF2-40B4-BE49-F238E27FC236}">
                  <a16:creationId xmlns:a16="http://schemas.microsoft.com/office/drawing/2014/main" id="{E50F4E24-2783-FA0C-76E3-750E90C7B318}"/>
                </a:ext>
              </a:extLst>
            </p:cNvPr>
            <p:cNvSpPr/>
            <p:nvPr/>
          </p:nvSpPr>
          <p:spPr>
            <a:xfrm>
              <a:off x="8944289" y="5379613"/>
              <a:ext cx="380908" cy="363798"/>
            </a:xfrm>
            <a:prstGeom prst="roundRect">
              <a:avLst>
                <a:gd name="adj" fmla="val 5275"/>
              </a:avLst>
            </a:prstGeom>
            <a:solidFill>
              <a:srgbClr val="00396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50" name="四角形: 角を丸くする 49">
              <a:extLst>
                <a:ext uri="{FF2B5EF4-FFF2-40B4-BE49-F238E27FC236}">
                  <a16:creationId xmlns:a16="http://schemas.microsoft.com/office/drawing/2014/main" id="{AA0814E3-D3E8-83E8-3E83-BF9FE376BE1A}"/>
                </a:ext>
              </a:extLst>
            </p:cNvPr>
            <p:cNvSpPr/>
            <p:nvPr/>
          </p:nvSpPr>
          <p:spPr>
            <a:xfrm>
              <a:off x="9384880" y="5379613"/>
              <a:ext cx="380908" cy="363798"/>
            </a:xfrm>
            <a:prstGeom prst="roundRect">
              <a:avLst>
                <a:gd name="adj" fmla="val 5275"/>
              </a:avLst>
            </a:prstGeom>
            <a:solidFill>
              <a:srgbClr val="59595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51" name="四角形: 角を丸くする 50">
              <a:extLst>
                <a:ext uri="{FF2B5EF4-FFF2-40B4-BE49-F238E27FC236}">
                  <a16:creationId xmlns:a16="http://schemas.microsoft.com/office/drawing/2014/main" id="{6884E791-6ED0-86EE-FED1-996BA253790E}"/>
                </a:ext>
              </a:extLst>
            </p:cNvPr>
            <p:cNvSpPr/>
            <p:nvPr/>
          </p:nvSpPr>
          <p:spPr>
            <a:xfrm>
              <a:off x="10490128" y="5780015"/>
              <a:ext cx="380908" cy="363798"/>
            </a:xfrm>
            <a:prstGeom prst="roundRect">
              <a:avLst>
                <a:gd name="adj" fmla="val 5275"/>
              </a:avLst>
            </a:prstGeom>
            <a:solidFill>
              <a:srgbClr val="F6E5C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52" name="四角形: 角を丸くする 51">
              <a:extLst>
                <a:ext uri="{FF2B5EF4-FFF2-40B4-BE49-F238E27FC236}">
                  <a16:creationId xmlns:a16="http://schemas.microsoft.com/office/drawing/2014/main" id="{38FB03FC-F5D9-F8F6-D109-6510EA9B4780}"/>
                </a:ext>
              </a:extLst>
            </p:cNvPr>
            <p:cNvSpPr/>
            <p:nvPr/>
          </p:nvSpPr>
          <p:spPr>
            <a:xfrm>
              <a:off x="10061631" y="5780015"/>
              <a:ext cx="380908" cy="363798"/>
            </a:xfrm>
            <a:prstGeom prst="roundRect">
              <a:avLst>
                <a:gd name="adj" fmla="val 5275"/>
              </a:avLst>
            </a:prstGeom>
            <a:solidFill>
              <a:srgbClr val="97C1D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53" name="四角形: 角を丸くする 52">
              <a:extLst>
                <a:ext uri="{FF2B5EF4-FFF2-40B4-BE49-F238E27FC236}">
                  <a16:creationId xmlns:a16="http://schemas.microsoft.com/office/drawing/2014/main" id="{89F70B88-A40E-FE05-01DD-CFF7B399484F}"/>
                </a:ext>
              </a:extLst>
            </p:cNvPr>
            <p:cNvSpPr/>
            <p:nvPr/>
          </p:nvSpPr>
          <p:spPr>
            <a:xfrm>
              <a:off x="10057965" y="5376873"/>
              <a:ext cx="380908" cy="363798"/>
            </a:xfrm>
            <a:prstGeom prst="roundRect">
              <a:avLst>
                <a:gd name="adj" fmla="val 5275"/>
              </a:avLst>
            </a:prstGeom>
            <a:solidFill>
              <a:srgbClr val="2B5B8A"/>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54" name="四角形: 角を丸くする 53">
              <a:extLst>
                <a:ext uri="{FF2B5EF4-FFF2-40B4-BE49-F238E27FC236}">
                  <a16:creationId xmlns:a16="http://schemas.microsoft.com/office/drawing/2014/main" id="{0CC04531-C524-C892-0E4B-B08E3F2978BB}"/>
                </a:ext>
              </a:extLst>
            </p:cNvPr>
            <p:cNvSpPr/>
            <p:nvPr/>
          </p:nvSpPr>
          <p:spPr>
            <a:xfrm>
              <a:off x="10498556" y="5376873"/>
              <a:ext cx="380908" cy="363798"/>
            </a:xfrm>
            <a:prstGeom prst="roundRect">
              <a:avLst>
                <a:gd name="adj" fmla="val 5275"/>
              </a:avLst>
            </a:prstGeom>
            <a:solidFill>
              <a:srgbClr val="ED514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grpSp>
      <p:sp>
        <p:nvSpPr>
          <p:cNvPr id="55" name="テキスト ボックス 54">
            <a:extLst>
              <a:ext uri="{FF2B5EF4-FFF2-40B4-BE49-F238E27FC236}">
                <a16:creationId xmlns:a16="http://schemas.microsoft.com/office/drawing/2014/main" id="{E2637DB2-0B78-6588-CF29-1BF56328AFEF}"/>
              </a:ext>
            </a:extLst>
          </p:cNvPr>
          <p:cNvSpPr txBox="1"/>
          <p:nvPr userDrawn="1"/>
        </p:nvSpPr>
        <p:spPr>
          <a:xfrm>
            <a:off x="6827556" y="4705399"/>
            <a:ext cx="2938232" cy="282513"/>
          </a:xfrm>
          <a:prstGeom prst="rect">
            <a:avLst/>
          </a:prstGeom>
          <a:noFill/>
        </p:spPr>
        <p:txBody>
          <a:bodyPr wrap="square" lIns="0" tIns="0" rIns="0" bIns="0" rtlCol="0">
            <a:spAutoFit/>
          </a:bodyPr>
          <a:lstStyle/>
          <a:p>
            <a:pPr>
              <a:lnSpc>
                <a:spcPct val="120000"/>
              </a:lnSpc>
            </a:pPr>
            <a:r>
              <a:rPr kumimoji="1" lang="ja-JP" altLang="en-US">
                <a:solidFill>
                  <a:schemeClr val="tx1">
                    <a:lumMod val="50000"/>
                    <a:lumOff val="50000"/>
                  </a:schemeClr>
                </a:solidFill>
                <a:latin typeface="+mj-ea"/>
                <a:ea typeface="+mj-ea"/>
              </a:rPr>
              <a:t>配色組み合わせパターン例</a:t>
            </a:r>
          </a:p>
        </p:txBody>
      </p:sp>
      <p:sp>
        <p:nvSpPr>
          <p:cNvPr id="56" name="テキスト ボックス 55">
            <a:extLst>
              <a:ext uri="{FF2B5EF4-FFF2-40B4-BE49-F238E27FC236}">
                <a16:creationId xmlns:a16="http://schemas.microsoft.com/office/drawing/2014/main" id="{8C60F00B-7F7A-B199-61E1-53530A5526F1}"/>
              </a:ext>
            </a:extLst>
          </p:cNvPr>
          <p:cNvSpPr txBox="1"/>
          <p:nvPr userDrawn="1"/>
        </p:nvSpPr>
        <p:spPr>
          <a:xfrm>
            <a:off x="532661" y="254040"/>
            <a:ext cx="4445739" cy="439608"/>
          </a:xfrm>
          <a:prstGeom prst="rect">
            <a:avLst/>
          </a:prstGeom>
          <a:noFill/>
        </p:spPr>
        <p:txBody>
          <a:bodyPr wrap="square" lIns="0" tIns="0" rIns="0" bIns="0" rtlCol="0">
            <a:spAutoFit/>
          </a:bodyPr>
          <a:lstStyle/>
          <a:p>
            <a:pPr>
              <a:lnSpc>
                <a:spcPct val="120000"/>
              </a:lnSpc>
            </a:pPr>
            <a:r>
              <a:rPr lang="ja-JP" altLang="en-US" sz="2800" b="1">
                <a:solidFill>
                  <a:srgbClr val="033865"/>
                </a:solidFill>
                <a:latin typeface="+mj-ea"/>
                <a:ea typeface="+mj-ea"/>
              </a:rPr>
              <a:t>カラーチャート</a:t>
            </a:r>
            <a:endParaRPr kumimoji="1" lang="ja-JP" altLang="en-US" sz="2800" b="1">
              <a:solidFill>
                <a:srgbClr val="033865"/>
              </a:solidFill>
              <a:latin typeface="+mj-ea"/>
              <a:ea typeface="+mj-ea"/>
            </a:endParaRPr>
          </a:p>
        </p:txBody>
      </p:sp>
      <p:grpSp>
        <p:nvGrpSpPr>
          <p:cNvPr id="57" name="グループ化 56">
            <a:extLst>
              <a:ext uri="{FF2B5EF4-FFF2-40B4-BE49-F238E27FC236}">
                <a16:creationId xmlns:a16="http://schemas.microsoft.com/office/drawing/2014/main" id="{F540A7DA-3A53-979B-3D89-F5F44FE9B70A}"/>
              </a:ext>
            </a:extLst>
          </p:cNvPr>
          <p:cNvGrpSpPr/>
          <p:nvPr userDrawn="1"/>
        </p:nvGrpSpPr>
        <p:grpSpPr>
          <a:xfrm>
            <a:off x="6905030" y="301412"/>
            <a:ext cx="3346500" cy="298414"/>
            <a:chOff x="8611565" y="-11405"/>
            <a:chExt cx="3346500" cy="298414"/>
          </a:xfrm>
        </p:grpSpPr>
        <p:sp>
          <p:nvSpPr>
            <p:cNvPr id="58" name="四角形: 角を丸くする 57">
              <a:extLst>
                <a:ext uri="{FF2B5EF4-FFF2-40B4-BE49-F238E27FC236}">
                  <a16:creationId xmlns:a16="http://schemas.microsoft.com/office/drawing/2014/main" id="{0209F04F-DF4E-02F7-4442-066BF7500AD1}"/>
                </a:ext>
              </a:extLst>
            </p:cNvPr>
            <p:cNvSpPr/>
            <p:nvPr/>
          </p:nvSpPr>
          <p:spPr>
            <a:xfrm rot="16200000">
              <a:off x="9238178" y="48729"/>
              <a:ext cx="298414" cy="178146"/>
            </a:xfrm>
            <a:prstGeom prst="roundRect">
              <a:avLst>
                <a:gd name="adj" fmla="val 5275"/>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59" name="四角形: 角を丸くする 58">
              <a:extLst>
                <a:ext uri="{FF2B5EF4-FFF2-40B4-BE49-F238E27FC236}">
                  <a16:creationId xmlns:a16="http://schemas.microsoft.com/office/drawing/2014/main" id="{84C4738E-54B0-87F9-CCCA-295AC0F35844}"/>
                </a:ext>
              </a:extLst>
            </p:cNvPr>
            <p:cNvSpPr/>
            <p:nvPr/>
          </p:nvSpPr>
          <p:spPr>
            <a:xfrm rot="16200000">
              <a:off x="9477208" y="48729"/>
              <a:ext cx="298414" cy="178146"/>
            </a:xfrm>
            <a:prstGeom prst="roundRect">
              <a:avLst>
                <a:gd name="adj" fmla="val 5275"/>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60" name="四角形: 角を丸くする 59">
              <a:extLst>
                <a:ext uri="{FF2B5EF4-FFF2-40B4-BE49-F238E27FC236}">
                  <a16:creationId xmlns:a16="http://schemas.microsoft.com/office/drawing/2014/main" id="{A82FE514-BEC1-3FAE-8182-53F10CB5866B}"/>
                </a:ext>
              </a:extLst>
            </p:cNvPr>
            <p:cNvSpPr/>
            <p:nvPr/>
          </p:nvSpPr>
          <p:spPr>
            <a:xfrm rot="16200000">
              <a:off x="10702512" y="48753"/>
              <a:ext cx="298414" cy="178097"/>
            </a:xfrm>
            <a:prstGeom prst="roundRect">
              <a:avLst>
                <a:gd name="adj" fmla="val 5275"/>
              </a:avLst>
            </a:prstGeom>
            <a:solidFill>
              <a:srgbClr val="59595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61" name="四角形: 角を丸くする 60">
              <a:extLst>
                <a:ext uri="{FF2B5EF4-FFF2-40B4-BE49-F238E27FC236}">
                  <a16:creationId xmlns:a16="http://schemas.microsoft.com/office/drawing/2014/main" id="{A6D93359-96BA-514E-DA6D-7A73026977A0}"/>
                </a:ext>
              </a:extLst>
            </p:cNvPr>
            <p:cNvSpPr/>
            <p:nvPr/>
          </p:nvSpPr>
          <p:spPr>
            <a:xfrm rot="16200000">
              <a:off x="10941591" y="48753"/>
              <a:ext cx="298414" cy="178097"/>
            </a:xfrm>
            <a:prstGeom prst="roundRect">
              <a:avLst>
                <a:gd name="adj" fmla="val 5275"/>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62" name="四角形: 角を丸くする 61">
              <a:extLst>
                <a:ext uri="{FF2B5EF4-FFF2-40B4-BE49-F238E27FC236}">
                  <a16:creationId xmlns:a16="http://schemas.microsoft.com/office/drawing/2014/main" id="{3ECFF09C-4276-8B18-C6FE-9B050A3DBA29}"/>
                </a:ext>
              </a:extLst>
            </p:cNvPr>
            <p:cNvSpPr/>
            <p:nvPr/>
          </p:nvSpPr>
          <p:spPr>
            <a:xfrm rot="16200000">
              <a:off x="10463433" y="48753"/>
              <a:ext cx="298414" cy="178097"/>
            </a:xfrm>
            <a:prstGeom prst="roundRect">
              <a:avLst>
                <a:gd name="adj" fmla="val 5275"/>
              </a:avLst>
            </a:prstGeom>
            <a:solidFill>
              <a:schemeClr val="tx1"/>
            </a:solidFill>
            <a:ln>
              <a:solidFill>
                <a:srgbClr val="033865"/>
              </a:solid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63" name="四角形: 角を丸くする 62">
              <a:extLst>
                <a:ext uri="{FF2B5EF4-FFF2-40B4-BE49-F238E27FC236}">
                  <a16:creationId xmlns:a16="http://schemas.microsoft.com/office/drawing/2014/main" id="{F1275C90-106D-28FF-981F-D309F05C7298}"/>
                </a:ext>
              </a:extLst>
            </p:cNvPr>
            <p:cNvSpPr/>
            <p:nvPr/>
          </p:nvSpPr>
          <p:spPr>
            <a:xfrm rot="16200000">
              <a:off x="11719810" y="48753"/>
              <a:ext cx="298414" cy="178097"/>
            </a:xfrm>
            <a:prstGeom prst="roundRect">
              <a:avLst>
                <a:gd name="adj" fmla="val 5275"/>
              </a:avLst>
            </a:prstGeom>
            <a:solidFill>
              <a:srgbClr val="F6E5C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64" name="四角形: 角を丸くする 63">
              <a:extLst>
                <a:ext uri="{FF2B5EF4-FFF2-40B4-BE49-F238E27FC236}">
                  <a16:creationId xmlns:a16="http://schemas.microsoft.com/office/drawing/2014/main" id="{B8348DE6-B001-F72E-4EBF-E2C426F738C6}"/>
                </a:ext>
              </a:extLst>
            </p:cNvPr>
            <p:cNvSpPr/>
            <p:nvPr/>
          </p:nvSpPr>
          <p:spPr>
            <a:xfrm rot="16200000">
              <a:off x="11241652" y="48753"/>
              <a:ext cx="298414" cy="178097"/>
            </a:xfrm>
            <a:prstGeom prst="roundRect">
              <a:avLst>
                <a:gd name="adj" fmla="val 5275"/>
              </a:avLst>
            </a:prstGeom>
            <a:solidFill>
              <a:srgbClr val="ED514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65" name="四角形: 角を丸くする 64">
              <a:extLst>
                <a:ext uri="{FF2B5EF4-FFF2-40B4-BE49-F238E27FC236}">
                  <a16:creationId xmlns:a16="http://schemas.microsoft.com/office/drawing/2014/main" id="{2C1AE75E-C7CE-1792-3E44-BD62428AFC76}"/>
                </a:ext>
              </a:extLst>
            </p:cNvPr>
            <p:cNvSpPr/>
            <p:nvPr/>
          </p:nvSpPr>
          <p:spPr>
            <a:xfrm rot="16200000">
              <a:off x="11480731" y="48753"/>
              <a:ext cx="298414" cy="178097"/>
            </a:xfrm>
            <a:prstGeom prst="roundRect">
              <a:avLst>
                <a:gd name="adj" fmla="val 5275"/>
              </a:avLst>
            </a:prstGeom>
            <a:solidFill>
              <a:srgbClr val="FF9F9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66" name="四角形: 角を丸くする 65">
              <a:extLst>
                <a:ext uri="{FF2B5EF4-FFF2-40B4-BE49-F238E27FC236}">
                  <a16:creationId xmlns:a16="http://schemas.microsoft.com/office/drawing/2014/main" id="{1AB6720C-F64B-34D5-A3C8-9AFA0793E5D7}"/>
                </a:ext>
              </a:extLst>
            </p:cNvPr>
            <p:cNvSpPr/>
            <p:nvPr/>
          </p:nvSpPr>
          <p:spPr>
            <a:xfrm rot="16200000">
              <a:off x="9720082" y="48729"/>
              <a:ext cx="298414" cy="178146"/>
            </a:xfrm>
            <a:prstGeom prst="roundRect">
              <a:avLst>
                <a:gd name="adj" fmla="val 5275"/>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67" name="四角形: 角を丸くする 66">
              <a:extLst>
                <a:ext uri="{FF2B5EF4-FFF2-40B4-BE49-F238E27FC236}">
                  <a16:creationId xmlns:a16="http://schemas.microsoft.com/office/drawing/2014/main" id="{8074567A-9F30-25FE-E4BB-9DD5B1235E31}"/>
                </a:ext>
              </a:extLst>
            </p:cNvPr>
            <p:cNvSpPr/>
            <p:nvPr/>
          </p:nvSpPr>
          <p:spPr>
            <a:xfrm rot="16200000">
              <a:off x="9963150" y="48729"/>
              <a:ext cx="298414" cy="178146"/>
            </a:xfrm>
            <a:prstGeom prst="roundRect">
              <a:avLst>
                <a:gd name="adj" fmla="val 5275"/>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68" name="四角形: 角を丸くする 67">
              <a:extLst>
                <a:ext uri="{FF2B5EF4-FFF2-40B4-BE49-F238E27FC236}">
                  <a16:creationId xmlns:a16="http://schemas.microsoft.com/office/drawing/2014/main" id="{FE8A4E5F-910E-D364-191E-43BCBDB6C41C}"/>
                </a:ext>
              </a:extLst>
            </p:cNvPr>
            <p:cNvSpPr/>
            <p:nvPr/>
          </p:nvSpPr>
          <p:spPr>
            <a:xfrm rot="16200000">
              <a:off x="8551407" y="48753"/>
              <a:ext cx="298414" cy="178097"/>
            </a:xfrm>
            <a:prstGeom prst="roundRect">
              <a:avLst>
                <a:gd name="adj" fmla="val 5275"/>
              </a:avLst>
            </a:prstGeom>
            <a:solidFill>
              <a:srgbClr val="003965"/>
            </a:solidFill>
            <a:ln>
              <a:solidFill>
                <a:srgbClr val="033865"/>
              </a:solid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69" name="四角形: 角を丸くする 68">
              <a:extLst>
                <a:ext uri="{FF2B5EF4-FFF2-40B4-BE49-F238E27FC236}">
                  <a16:creationId xmlns:a16="http://schemas.microsoft.com/office/drawing/2014/main" id="{1A4CC741-DA1F-F02F-B638-0E3B79AD795B}"/>
                </a:ext>
              </a:extLst>
            </p:cNvPr>
            <p:cNvSpPr/>
            <p:nvPr/>
          </p:nvSpPr>
          <p:spPr>
            <a:xfrm rot="16200000">
              <a:off x="8790486" y="48753"/>
              <a:ext cx="298414" cy="178097"/>
            </a:xfrm>
            <a:prstGeom prst="roundRect">
              <a:avLst>
                <a:gd name="adj" fmla="val 5275"/>
              </a:avLst>
            </a:prstGeom>
            <a:solidFill>
              <a:srgbClr val="0086C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grpSp>
      <p:sp>
        <p:nvSpPr>
          <p:cNvPr id="70" name="四角形: 角を丸くする 69">
            <a:extLst>
              <a:ext uri="{FF2B5EF4-FFF2-40B4-BE49-F238E27FC236}">
                <a16:creationId xmlns:a16="http://schemas.microsoft.com/office/drawing/2014/main" id="{B76DC0BA-571D-F5E8-3452-8DB2432AFB2C}"/>
              </a:ext>
            </a:extLst>
          </p:cNvPr>
          <p:cNvSpPr/>
          <p:nvPr userDrawn="1"/>
        </p:nvSpPr>
        <p:spPr>
          <a:xfrm>
            <a:off x="6874172" y="2731851"/>
            <a:ext cx="892431" cy="283070"/>
          </a:xfrm>
          <a:prstGeom prst="roundRect">
            <a:avLst>
              <a:gd name="adj" fmla="val 5275"/>
            </a:avLst>
          </a:prstGeom>
          <a:solidFill>
            <a:srgbClr val="1F4E7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71" name="四角形: 角を丸くする 70">
            <a:extLst>
              <a:ext uri="{FF2B5EF4-FFF2-40B4-BE49-F238E27FC236}">
                <a16:creationId xmlns:a16="http://schemas.microsoft.com/office/drawing/2014/main" id="{8EA4EE5A-0F78-9344-7F9A-BBD1661CFF37}"/>
              </a:ext>
            </a:extLst>
          </p:cNvPr>
          <p:cNvSpPr/>
          <p:nvPr userDrawn="1"/>
        </p:nvSpPr>
        <p:spPr>
          <a:xfrm>
            <a:off x="6874172" y="3111665"/>
            <a:ext cx="892431" cy="283070"/>
          </a:xfrm>
          <a:prstGeom prst="roundRect">
            <a:avLst>
              <a:gd name="adj" fmla="val 5275"/>
            </a:avLst>
          </a:prstGeom>
          <a:solidFill>
            <a:srgbClr val="2E75B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72" name="四角形: 角を丸くする 71">
            <a:extLst>
              <a:ext uri="{FF2B5EF4-FFF2-40B4-BE49-F238E27FC236}">
                <a16:creationId xmlns:a16="http://schemas.microsoft.com/office/drawing/2014/main" id="{88BE4566-C415-14B7-D80B-E9E626A25C23}"/>
              </a:ext>
            </a:extLst>
          </p:cNvPr>
          <p:cNvSpPr/>
          <p:nvPr userDrawn="1"/>
        </p:nvSpPr>
        <p:spPr>
          <a:xfrm>
            <a:off x="6874172" y="3497586"/>
            <a:ext cx="892431" cy="283070"/>
          </a:xfrm>
          <a:prstGeom prst="roundRect">
            <a:avLst>
              <a:gd name="adj" fmla="val 5275"/>
            </a:avLst>
          </a:prstGeom>
          <a:solidFill>
            <a:srgbClr val="9DC3E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73" name="四角形: 角を丸くする 72">
            <a:extLst>
              <a:ext uri="{FF2B5EF4-FFF2-40B4-BE49-F238E27FC236}">
                <a16:creationId xmlns:a16="http://schemas.microsoft.com/office/drawing/2014/main" id="{771A86AD-2A8B-86AA-E8AA-1489FE7BFEC1}"/>
              </a:ext>
            </a:extLst>
          </p:cNvPr>
          <p:cNvSpPr/>
          <p:nvPr userDrawn="1"/>
        </p:nvSpPr>
        <p:spPr>
          <a:xfrm>
            <a:off x="6874172" y="3883815"/>
            <a:ext cx="892431" cy="283070"/>
          </a:xfrm>
          <a:prstGeom prst="roundRect">
            <a:avLst>
              <a:gd name="adj" fmla="val 5275"/>
            </a:avLst>
          </a:prstGeom>
          <a:solidFill>
            <a:srgbClr val="BDD7E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j-ea"/>
              <a:ea typeface="+mj-ea"/>
              <a:cs typeface="Helvetica"/>
            </a:endParaRPr>
          </a:p>
        </p:txBody>
      </p:sp>
      <p:sp>
        <p:nvSpPr>
          <p:cNvPr id="74" name="テキスト ボックス 73">
            <a:extLst>
              <a:ext uri="{FF2B5EF4-FFF2-40B4-BE49-F238E27FC236}">
                <a16:creationId xmlns:a16="http://schemas.microsoft.com/office/drawing/2014/main" id="{E50FB36D-BB39-58B8-4B9C-09F38E88F3A6}"/>
              </a:ext>
            </a:extLst>
          </p:cNvPr>
          <p:cNvSpPr txBox="1"/>
          <p:nvPr userDrawn="1"/>
        </p:nvSpPr>
        <p:spPr>
          <a:xfrm>
            <a:off x="7929908" y="3199026"/>
            <a:ext cx="1249715" cy="184666"/>
          </a:xfrm>
          <a:prstGeom prst="rect">
            <a:avLst/>
          </a:prstGeom>
          <a:noFill/>
        </p:spPr>
        <p:txBody>
          <a:bodyPr wrap="square" lIns="0" tIns="0" rIns="0" bIns="0" rtlCol="0">
            <a:spAutoFit/>
          </a:bodyPr>
          <a:lstStyle/>
          <a:p>
            <a:pPr algn="l"/>
            <a:r>
              <a:rPr lang="en-US" altLang="ja-JP" sz="1200" b="1" i="0" u="none" strike="noStrike" baseline="0">
                <a:solidFill>
                  <a:srgbClr val="2B5B8A"/>
                </a:solidFill>
                <a:latin typeface="+mj-ea"/>
                <a:ea typeface="+mj-ea"/>
              </a:rPr>
              <a:t>#2E75B6</a:t>
            </a:r>
          </a:p>
        </p:txBody>
      </p:sp>
      <p:sp>
        <p:nvSpPr>
          <p:cNvPr id="75" name="テキスト ボックス 74">
            <a:extLst>
              <a:ext uri="{FF2B5EF4-FFF2-40B4-BE49-F238E27FC236}">
                <a16:creationId xmlns:a16="http://schemas.microsoft.com/office/drawing/2014/main" id="{A2D38E67-02A9-F93D-78FB-6D8793050AEC}"/>
              </a:ext>
            </a:extLst>
          </p:cNvPr>
          <p:cNvSpPr txBox="1"/>
          <p:nvPr userDrawn="1"/>
        </p:nvSpPr>
        <p:spPr>
          <a:xfrm>
            <a:off x="7929908" y="3581653"/>
            <a:ext cx="1249715" cy="184666"/>
          </a:xfrm>
          <a:prstGeom prst="rect">
            <a:avLst/>
          </a:prstGeom>
          <a:noFill/>
        </p:spPr>
        <p:txBody>
          <a:bodyPr wrap="square" lIns="0" tIns="0" rIns="0" bIns="0" rtlCol="0">
            <a:spAutoFit/>
          </a:bodyPr>
          <a:lstStyle/>
          <a:p>
            <a:pPr algn="l"/>
            <a:r>
              <a:rPr lang="en-US" altLang="ja-JP" sz="1200" b="1" i="0" u="none" strike="noStrike" baseline="0">
                <a:solidFill>
                  <a:srgbClr val="2B5B8A"/>
                </a:solidFill>
                <a:latin typeface="+mj-ea"/>
                <a:ea typeface="+mj-ea"/>
              </a:rPr>
              <a:t>#9DC3E6</a:t>
            </a:r>
          </a:p>
        </p:txBody>
      </p:sp>
      <p:sp>
        <p:nvSpPr>
          <p:cNvPr id="76" name="テキスト ボックス 75">
            <a:extLst>
              <a:ext uri="{FF2B5EF4-FFF2-40B4-BE49-F238E27FC236}">
                <a16:creationId xmlns:a16="http://schemas.microsoft.com/office/drawing/2014/main" id="{BAD7913C-7B44-C85F-E9FA-A6BF67D7C48D}"/>
              </a:ext>
            </a:extLst>
          </p:cNvPr>
          <p:cNvSpPr txBox="1"/>
          <p:nvPr userDrawn="1"/>
        </p:nvSpPr>
        <p:spPr>
          <a:xfrm>
            <a:off x="7929908" y="3964279"/>
            <a:ext cx="1249715" cy="184666"/>
          </a:xfrm>
          <a:prstGeom prst="rect">
            <a:avLst/>
          </a:prstGeom>
          <a:noFill/>
        </p:spPr>
        <p:txBody>
          <a:bodyPr wrap="square" lIns="0" tIns="0" rIns="0" bIns="0" rtlCol="0">
            <a:spAutoFit/>
          </a:bodyPr>
          <a:lstStyle/>
          <a:p>
            <a:pPr algn="l"/>
            <a:r>
              <a:rPr lang="en-US" altLang="ja-JP" sz="1200" b="1" i="0" u="none" strike="noStrike" baseline="0">
                <a:solidFill>
                  <a:srgbClr val="2B5B8A"/>
                </a:solidFill>
                <a:latin typeface="+mj-ea"/>
                <a:ea typeface="+mj-ea"/>
              </a:rPr>
              <a:t>#BDD7EE</a:t>
            </a:r>
          </a:p>
        </p:txBody>
      </p:sp>
      <p:sp>
        <p:nvSpPr>
          <p:cNvPr id="77" name="スライド番号プレースホルダー 5">
            <a:extLst>
              <a:ext uri="{FF2B5EF4-FFF2-40B4-BE49-F238E27FC236}">
                <a16:creationId xmlns:a16="http://schemas.microsoft.com/office/drawing/2014/main" id="{289A93EC-D80D-1D1E-A0B5-EB4474729B9C}"/>
              </a:ext>
            </a:extLst>
          </p:cNvPr>
          <p:cNvSpPr txBox="1">
            <a:spLocks/>
          </p:cNvSpPr>
          <p:nvPr userDrawn="1"/>
        </p:nvSpPr>
        <p:spPr>
          <a:xfrm>
            <a:off x="11788041" y="6510540"/>
            <a:ext cx="403959" cy="365125"/>
          </a:xfrm>
          <a:prstGeom prst="rect">
            <a:avLst/>
          </a:prstGeom>
        </p:spPr>
        <p:txBody>
          <a:bodyPr vert="horz" wrap="square" lIns="91440" tIns="45720" rIns="91440" bIns="45720" rtlCol="0" anchor="ctr" anchorCtr="1">
            <a:noAutofit/>
          </a:bodyPr>
          <a:lstStyle>
            <a:defPPr>
              <a:defRPr lang="ja-JP"/>
            </a:defPPr>
            <a:lvl1pPr marL="0" algn="r" defTabSz="914400" rtl="0" eaLnBrk="1" latinLnBrk="0" hangingPunct="1">
              <a:defRPr kumimoji="1" sz="1200" kern="1200">
                <a:solidFill>
                  <a:schemeClr val="tx1">
                    <a:tint val="82000"/>
                  </a:schemeClr>
                </a:solidFill>
                <a:latin typeface="Helvetica" panose="020B0604020202020204" pitchFamily="34" charset="0"/>
                <a:ea typeface="BIZ UDPゴシック" panose="020B0400000000000000"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DD5ACCE-99FC-439C-B6F0-DA1395226501}" type="slidenum">
              <a:rPr lang="ja-JP" altLang="en-US" smtClean="0">
                <a:solidFill>
                  <a:srgbClr val="033865"/>
                </a:solidFill>
              </a:rPr>
              <a:pPr/>
              <a:t>‹#›</a:t>
            </a:fld>
            <a:endParaRPr lang="ja-JP" altLang="en-US">
              <a:solidFill>
                <a:srgbClr val="033865"/>
              </a:solidFill>
            </a:endParaRPr>
          </a:p>
        </p:txBody>
      </p:sp>
    </p:spTree>
    <p:extLst>
      <p:ext uri="{BB962C8B-B14F-4D97-AF65-F5344CB8AC3E}">
        <p14:creationId xmlns:p14="http://schemas.microsoft.com/office/powerpoint/2010/main" val="10004944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ガイドライン：フォント">
    <p:spTree>
      <p:nvGrpSpPr>
        <p:cNvPr id="1" name=""/>
        <p:cNvGrpSpPr/>
        <p:nvPr/>
      </p:nvGrpSpPr>
      <p:grpSpPr>
        <a:xfrm>
          <a:off x="0" y="0"/>
          <a:ext cx="0" cy="0"/>
          <a:chOff x="0" y="0"/>
          <a:chExt cx="0" cy="0"/>
        </a:xfrm>
      </p:grpSpPr>
      <p:grpSp>
        <p:nvGrpSpPr>
          <p:cNvPr id="28" name="グループ化 27">
            <a:extLst>
              <a:ext uri="{FF2B5EF4-FFF2-40B4-BE49-F238E27FC236}">
                <a16:creationId xmlns:a16="http://schemas.microsoft.com/office/drawing/2014/main" id="{D03DE186-77C4-0567-9194-450816F099AB}"/>
              </a:ext>
            </a:extLst>
          </p:cNvPr>
          <p:cNvGrpSpPr/>
          <p:nvPr userDrawn="1"/>
        </p:nvGrpSpPr>
        <p:grpSpPr>
          <a:xfrm>
            <a:off x="348673" y="445186"/>
            <a:ext cx="11674714" cy="5967627"/>
            <a:chOff x="392502" y="478754"/>
            <a:chExt cx="11674714" cy="5967627"/>
          </a:xfrm>
        </p:grpSpPr>
        <p:sp>
          <p:nvSpPr>
            <p:cNvPr id="4" name="テキスト ボックス 3">
              <a:extLst>
                <a:ext uri="{FF2B5EF4-FFF2-40B4-BE49-F238E27FC236}">
                  <a16:creationId xmlns:a16="http://schemas.microsoft.com/office/drawing/2014/main" id="{DE966C99-E5BB-5144-5193-3E4F1DDF0F16}"/>
                </a:ext>
              </a:extLst>
            </p:cNvPr>
            <p:cNvSpPr txBox="1"/>
            <p:nvPr userDrawn="1"/>
          </p:nvSpPr>
          <p:spPr>
            <a:xfrm>
              <a:off x="2016311" y="2335582"/>
              <a:ext cx="4248000" cy="553998"/>
            </a:xfrm>
            <a:prstGeom prst="rect">
              <a:avLst/>
            </a:prstGeom>
            <a:noFill/>
          </p:spPr>
          <p:txBody>
            <a:bodyPr wrap="square" lIns="0" tIns="0" rIns="0" bIns="0" rtlCol="0">
              <a:spAutoFit/>
            </a:bodyPr>
            <a:lstStyle/>
            <a:p>
              <a:pPr algn="l"/>
              <a:r>
                <a:rPr kumimoji="1" lang="ja-JP" altLang="en-US" sz="3600" b="1" spc="300">
                  <a:latin typeface="Helvetica" panose="020B0604020202020204" pitchFamily="34" charset="0"/>
                  <a:ea typeface="BIZ UDPゴシック" panose="020B0400000000000000" pitchFamily="50" charset="-128"/>
                </a:rPr>
                <a:t>タイトルテキスト</a:t>
              </a:r>
            </a:p>
          </p:txBody>
        </p:sp>
        <p:sp>
          <p:nvSpPr>
            <p:cNvPr id="5" name="テキスト ボックス 4">
              <a:extLst>
                <a:ext uri="{FF2B5EF4-FFF2-40B4-BE49-F238E27FC236}">
                  <a16:creationId xmlns:a16="http://schemas.microsoft.com/office/drawing/2014/main" id="{2E913157-9268-38B1-AA86-07C7C67C4DFD}"/>
                </a:ext>
              </a:extLst>
            </p:cNvPr>
            <p:cNvSpPr txBox="1"/>
            <p:nvPr userDrawn="1"/>
          </p:nvSpPr>
          <p:spPr>
            <a:xfrm>
              <a:off x="1973796" y="3006267"/>
              <a:ext cx="4248000" cy="963212"/>
            </a:xfrm>
            <a:prstGeom prst="rect">
              <a:avLst/>
            </a:prstGeom>
            <a:noFill/>
          </p:spPr>
          <p:txBody>
            <a:bodyPr wrap="square" lIns="0" tIns="0" rIns="0" bIns="0" rtlCol="0">
              <a:spAutoFit/>
            </a:bodyPr>
            <a:lstStyle/>
            <a:p>
              <a:pPr>
                <a:lnSpc>
                  <a:spcPct val="120000"/>
                </a:lnSpc>
              </a:pPr>
              <a:r>
                <a:rPr kumimoji="1" lang="ja-JP" altLang="en-US" b="1">
                  <a:latin typeface="Helvetica" panose="020B0604020202020204" pitchFamily="34" charset="0"/>
                  <a:ea typeface="BIZ UDPゴシック" panose="020B0400000000000000" pitchFamily="50" charset="-128"/>
                </a:rPr>
                <a:t>タイトルテキストタイトルテキストタイトルテキストタイトルテキストタイトルテキストタイトルテキストタイトルテキスト</a:t>
              </a:r>
            </a:p>
          </p:txBody>
        </p:sp>
        <p:sp>
          <p:nvSpPr>
            <p:cNvPr id="6" name="テキスト ボックス 5">
              <a:extLst>
                <a:ext uri="{FF2B5EF4-FFF2-40B4-BE49-F238E27FC236}">
                  <a16:creationId xmlns:a16="http://schemas.microsoft.com/office/drawing/2014/main" id="{CF0B5789-FC3E-22C4-11E7-A3A62BE67F39}"/>
                </a:ext>
              </a:extLst>
            </p:cNvPr>
            <p:cNvSpPr txBox="1"/>
            <p:nvPr userDrawn="1"/>
          </p:nvSpPr>
          <p:spPr>
            <a:xfrm>
              <a:off x="2016311" y="4730101"/>
              <a:ext cx="4248000" cy="749179"/>
            </a:xfrm>
            <a:prstGeom prst="rect">
              <a:avLst/>
            </a:prstGeom>
            <a:noFill/>
          </p:spPr>
          <p:txBody>
            <a:bodyPr wrap="square" lIns="0" tIns="0" rIns="0" bIns="0" rtlCol="0">
              <a:spAutoFit/>
            </a:bodyPr>
            <a:lstStyle/>
            <a:p>
              <a:pPr>
                <a:lnSpc>
                  <a:spcPct val="120000"/>
                </a:lnSpc>
              </a:pPr>
              <a:r>
                <a:rPr kumimoji="1" lang="ja-JP" altLang="en-US" sz="1400">
                  <a:latin typeface="Helvetica" panose="020B0604020202020204" pitchFamily="34" charset="0"/>
                  <a:ea typeface="BIZ UDPゴシック" panose="020B0400000000000000" pitchFamily="50" charset="-128"/>
                </a:rPr>
                <a:t>タイトルテキストタイトルテキストタイトルテキストタイトルテキストタイトルテキストタイトルテキストタイトルテキストタイトルテキストタイトルテキストタイトルテキスト</a:t>
              </a:r>
            </a:p>
          </p:txBody>
        </p:sp>
        <p:sp>
          <p:nvSpPr>
            <p:cNvPr id="7" name="四角形: 角を丸くする 6">
              <a:extLst>
                <a:ext uri="{FF2B5EF4-FFF2-40B4-BE49-F238E27FC236}">
                  <a16:creationId xmlns:a16="http://schemas.microsoft.com/office/drawing/2014/main" id="{9592AF7B-E17C-4CA9-C27C-A57B09282B5D}"/>
                </a:ext>
              </a:extLst>
            </p:cNvPr>
            <p:cNvSpPr/>
            <p:nvPr userDrawn="1"/>
          </p:nvSpPr>
          <p:spPr>
            <a:xfrm rot="5400000">
              <a:off x="3781288" y="3743087"/>
              <a:ext cx="5350603" cy="55986"/>
            </a:xfrm>
            <a:prstGeom prst="roundRect">
              <a:avLst>
                <a:gd name="adj" fmla="val 5275"/>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8" name="テキスト ボックス 7">
              <a:extLst>
                <a:ext uri="{FF2B5EF4-FFF2-40B4-BE49-F238E27FC236}">
                  <a16:creationId xmlns:a16="http://schemas.microsoft.com/office/drawing/2014/main" id="{AD7C87B1-2F7E-6534-8406-B4A3AF056D4D}"/>
                </a:ext>
              </a:extLst>
            </p:cNvPr>
            <p:cNvSpPr txBox="1"/>
            <p:nvPr userDrawn="1"/>
          </p:nvSpPr>
          <p:spPr>
            <a:xfrm>
              <a:off x="6949530" y="3307198"/>
              <a:ext cx="671327" cy="232115"/>
            </a:xfrm>
            <a:prstGeom prst="rect">
              <a:avLst/>
            </a:prstGeom>
            <a:noFill/>
          </p:spPr>
          <p:txBody>
            <a:bodyPr wrap="square" lIns="0" tIns="0" rIns="0" bIns="0" rtlCol="0">
              <a:spAutoFit/>
            </a:bodyPr>
            <a:lstStyle/>
            <a:p>
              <a:pPr>
                <a:lnSpc>
                  <a:spcPct val="120000"/>
                </a:lnSpc>
              </a:pPr>
              <a:r>
                <a:rPr lang="ja-JP" altLang="en-US" sz="1400" b="1">
                  <a:latin typeface="Helvetica" panose="020B0604020202020204" pitchFamily="34" charset="0"/>
                  <a:ea typeface="BIZ UDPゴシック" panose="020B0400000000000000" pitchFamily="50" charset="-128"/>
                </a:rPr>
                <a:t>行間</a:t>
              </a:r>
              <a:endParaRPr kumimoji="1" lang="ja-JP" altLang="en-US" sz="1400" b="1">
                <a:latin typeface="Helvetica" panose="020B0604020202020204" pitchFamily="34" charset="0"/>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FC7560D1-68C1-0EC3-B2B6-BF4F8F1E5070}"/>
                </a:ext>
              </a:extLst>
            </p:cNvPr>
            <p:cNvSpPr txBox="1"/>
            <p:nvPr userDrawn="1"/>
          </p:nvSpPr>
          <p:spPr>
            <a:xfrm>
              <a:off x="7888674" y="3307198"/>
              <a:ext cx="2869917" cy="232115"/>
            </a:xfrm>
            <a:prstGeom prst="rect">
              <a:avLst/>
            </a:prstGeom>
            <a:noFill/>
          </p:spPr>
          <p:txBody>
            <a:bodyPr wrap="square" lIns="0" tIns="0" rIns="0" bIns="0" rtlCol="0">
              <a:spAutoFit/>
            </a:bodyPr>
            <a:lstStyle/>
            <a:p>
              <a:pPr>
                <a:lnSpc>
                  <a:spcPct val="120000"/>
                </a:lnSpc>
              </a:pPr>
              <a:r>
                <a:rPr kumimoji="1" lang="ja-JP" altLang="en-US" sz="1400" b="1">
                  <a:latin typeface="Helvetica" panose="020B0604020202020204" pitchFamily="34" charset="0"/>
                  <a:ea typeface="BIZ UDPゴシック" panose="020B0400000000000000" pitchFamily="50" charset="-128"/>
                </a:rPr>
                <a:t>基本 ： 倍率 </a:t>
              </a:r>
              <a:r>
                <a:rPr lang="en-US" altLang="ja-JP" sz="1400" b="1">
                  <a:latin typeface="Helvetica" panose="020B0604020202020204" pitchFamily="34" charset="0"/>
                  <a:ea typeface="BIZ UDPゴシック" panose="020B0400000000000000" pitchFamily="50" charset="-128"/>
                </a:rPr>
                <a:t>1.1</a:t>
              </a:r>
              <a:r>
                <a:rPr lang="ja-JP" altLang="en-US" sz="1400" b="1">
                  <a:latin typeface="Helvetica" panose="020B0604020202020204" pitchFamily="34" charset="0"/>
                  <a:ea typeface="BIZ UDPゴシック" panose="020B0400000000000000" pitchFamily="50" charset="-128"/>
                </a:rPr>
                <a:t>～</a:t>
              </a:r>
              <a:r>
                <a:rPr lang="en-US" altLang="ja-JP" sz="1400" b="1">
                  <a:latin typeface="Helvetica" panose="020B0604020202020204" pitchFamily="34" charset="0"/>
                  <a:ea typeface="BIZ UDPゴシック" panose="020B0400000000000000" pitchFamily="50" charset="-128"/>
                </a:rPr>
                <a:t>1.3</a:t>
              </a:r>
              <a:r>
                <a:rPr lang="ja-JP" altLang="en-US" sz="1400" b="1">
                  <a:latin typeface="Helvetica" panose="020B0604020202020204" pitchFamily="34" charset="0"/>
                  <a:ea typeface="BIZ UDPゴシック" panose="020B0400000000000000" pitchFamily="50" charset="-128"/>
                </a:rPr>
                <a:t> に原則設定</a:t>
              </a:r>
              <a:endParaRPr kumimoji="1" lang="ja-JP" altLang="en-US" sz="1400" b="1">
                <a:latin typeface="Helvetica" panose="020B0604020202020204" pitchFamily="34" charset="0"/>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9A0A45CB-088E-7594-097B-8FF938E182BE}"/>
                </a:ext>
              </a:extLst>
            </p:cNvPr>
            <p:cNvSpPr txBox="1"/>
            <p:nvPr userDrawn="1"/>
          </p:nvSpPr>
          <p:spPr>
            <a:xfrm>
              <a:off x="6982028" y="4224825"/>
              <a:ext cx="4511896" cy="689932"/>
            </a:xfrm>
            <a:prstGeom prst="rect">
              <a:avLst/>
            </a:prstGeom>
            <a:noFill/>
          </p:spPr>
          <p:txBody>
            <a:bodyPr wrap="square" lIns="0" tIns="0" rIns="0" bIns="0" rtlCol="0">
              <a:spAutoFit/>
            </a:bodyPr>
            <a:lstStyle/>
            <a:p>
              <a:pPr>
                <a:lnSpc>
                  <a:spcPct val="110000"/>
                </a:lnSpc>
              </a:pPr>
              <a:r>
                <a:rPr kumimoji="1" lang="ja-JP" altLang="en-US" sz="1400">
                  <a:latin typeface="Helvetica" panose="020B0604020202020204" pitchFamily="34" charset="0"/>
                  <a:ea typeface="BIZ UDPゴシック" panose="020B0400000000000000" pitchFamily="50" charset="-128"/>
                </a:rPr>
                <a:t>タイトルテキストタイトルテキストタイトルテキストタイトルテキストタイトルテキストタイトルテキストタイトルテキストタイトルテキストタイトルテキストタイトルテキスト</a:t>
              </a:r>
            </a:p>
          </p:txBody>
        </p:sp>
        <p:sp>
          <p:nvSpPr>
            <p:cNvPr id="11" name="テキスト ボックス 10">
              <a:extLst>
                <a:ext uri="{FF2B5EF4-FFF2-40B4-BE49-F238E27FC236}">
                  <a16:creationId xmlns:a16="http://schemas.microsoft.com/office/drawing/2014/main" id="{488BCEC3-42B2-9BF5-4CA7-640C7ED75B37}"/>
                </a:ext>
              </a:extLst>
            </p:cNvPr>
            <p:cNvSpPr txBox="1"/>
            <p:nvPr userDrawn="1"/>
          </p:nvSpPr>
          <p:spPr>
            <a:xfrm>
              <a:off x="6982028" y="5548827"/>
              <a:ext cx="4511896" cy="808426"/>
            </a:xfrm>
            <a:prstGeom prst="rect">
              <a:avLst/>
            </a:prstGeom>
            <a:noFill/>
          </p:spPr>
          <p:txBody>
            <a:bodyPr wrap="square" lIns="0" tIns="0" rIns="0" bIns="0" rtlCol="0">
              <a:spAutoFit/>
            </a:bodyPr>
            <a:lstStyle/>
            <a:p>
              <a:pPr>
                <a:lnSpc>
                  <a:spcPct val="130000"/>
                </a:lnSpc>
              </a:pPr>
              <a:r>
                <a:rPr kumimoji="1" lang="ja-JP" altLang="en-US" sz="1400">
                  <a:latin typeface="Helvetica" panose="020B0604020202020204" pitchFamily="34" charset="0"/>
                  <a:ea typeface="BIZ UDPゴシック" panose="020B0400000000000000" pitchFamily="50" charset="-128"/>
                </a:rPr>
                <a:t>タイトルテキストタイトルテキストタイトルテキストタイトルテキストタイトルテキストタイトルテキストタイトルテキストタイトルテキストタイトルテキストタイトルテキスト</a:t>
              </a:r>
            </a:p>
          </p:txBody>
        </p:sp>
        <p:sp>
          <p:nvSpPr>
            <p:cNvPr id="12" name="テキスト ボックス 11">
              <a:extLst>
                <a:ext uri="{FF2B5EF4-FFF2-40B4-BE49-F238E27FC236}">
                  <a16:creationId xmlns:a16="http://schemas.microsoft.com/office/drawing/2014/main" id="{FDBD828E-0513-72FD-FC82-2F9F8CB6BA7C}"/>
                </a:ext>
              </a:extLst>
            </p:cNvPr>
            <p:cNvSpPr txBox="1"/>
            <p:nvPr userDrawn="1"/>
          </p:nvSpPr>
          <p:spPr>
            <a:xfrm>
              <a:off x="6949531" y="3869503"/>
              <a:ext cx="4104292" cy="232115"/>
            </a:xfrm>
            <a:prstGeom prst="rect">
              <a:avLst/>
            </a:prstGeom>
            <a:noFill/>
          </p:spPr>
          <p:txBody>
            <a:bodyPr wrap="square" lIns="0" tIns="0" rIns="0" bIns="0" rtlCol="0">
              <a:spAutoFit/>
            </a:bodyPr>
            <a:lstStyle/>
            <a:p>
              <a:pPr>
                <a:lnSpc>
                  <a:spcPct val="120000"/>
                </a:lnSpc>
              </a:pPr>
              <a:r>
                <a:rPr lang="ja-JP" altLang="en-US" sz="1400" b="1">
                  <a:latin typeface="Helvetica" panose="020B0604020202020204" pitchFamily="34" charset="0"/>
                  <a:ea typeface="BIZ UDPゴシック" panose="020B0400000000000000" pitchFamily="50" charset="-128"/>
                </a:rPr>
                <a:t>行間</a:t>
              </a:r>
              <a:r>
                <a:rPr kumimoji="1" lang="ja-JP" altLang="en-US" sz="1400" b="1">
                  <a:latin typeface="Helvetica" panose="020B0604020202020204" pitchFamily="34" charset="0"/>
                  <a:ea typeface="BIZ UDPゴシック" panose="020B0400000000000000" pitchFamily="50" charset="-128"/>
                </a:rPr>
                <a:t>倍率 </a:t>
              </a:r>
              <a:r>
                <a:rPr lang="en-US" altLang="ja-JP" sz="1400" b="1">
                  <a:latin typeface="Helvetica" panose="020B0604020202020204" pitchFamily="34" charset="0"/>
                  <a:ea typeface="BIZ UDPゴシック" panose="020B0400000000000000" pitchFamily="50" charset="-128"/>
                </a:rPr>
                <a:t>1.1</a:t>
              </a:r>
              <a:r>
                <a:rPr lang="ja-JP" altLang="en-US" sz="1400" b="1">
                  <a:latin typeface="Helvetica" panose="020B0604020202020204" pitchFamily="34" charset="0"/>
                  <a:ea typeface="BIZ UDPゴシック" panose="020B0400000000000000" pitchFamily="50" charset="-128"/>
                </a:rPr>
                <a:t>　</a:t>
              </a:r>
              <a:r>
                <a:rPr lang="en-US" altLang="ja-JP" sz="1400" b="1">
                  <a:latin typeface="Helvetica" panose="020B0604020202020204" pitchFamily="34" charset="0"/>
                  <a:ea typeface="BIZ UDPゴシック" panose="020B0400000000000000" pitchFamily="50" charset="-128"/>
                </a:rPr>
                <a:t> / </a:t>
              </a:r>
              <a:r>
                <a:rPr lang="ja-JP" altLang="en-US" sz="1400" b="1">
                  <a:latin typeface="Helvetica" panose="020B0604020202020204" pitchFamily="34" charset="0"/>
                  <a:ea typeface="BIZ UDPゴシック" panose="020B0400000000000000" pitchFamily="50" charset="-128"/>
                </a:rPr>
                <a:t>　フォントサイズ</a:t>
              </a:r>
              <a:r>
                <a:rPr lang="en-US" altLang="ja-JP" sz="1400" b="1">
                  <a:latin typeface="Helvetica" panose="020B0604020202020204" pitchFamily="34" charset="0"/>
                  <a:ea typeface="BIZ UDPゴシック" panose="020B0400000000000000" pitchFamily="50" charset="-128"/>
                </a:rPr>
                <a:t>14pt</a:t>
              </a:r>
              <a:r>
                <a:rPr lang="ja-JP" altLang="en-US" sz="1400" b="1">
                  <a:latin typeface="Helvetica" panose="020B0604020202020204" pitchFamily="34" charset="0"/>
                  <a:ea typeface="BIZ UDPゴシック" panose="020B0400000000000000" pitchFamily="50" charset="-128"/>
                </a:rPr>
                <a:t>の場合</a:t>
              </a:r>
              <a:endParaRPr kumimoji="1" lang="ja-JP" altLang="en-US" sz="1400" b="1">
                <a:latin typeface="Helvetica" panose="020B0604020202020204" pitchFamily="34" charset="0"/>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87777921-C554-BF88-C1C7-C80732819403}"/>
                </a:ext>
              </a:extLst>
            </p:cNvPr>
            <p:cNvSpPr txBox="1"/>
            <p:nvPr userDrawn="1"/>
          </p:nvSpPr>
          <p:spPr>
            <a:xfrm>
              <a:off x="6949531" y="5193505"/>
              <a:ext cx="3924930" cy="232115"/>
            </a:xfrm>
            <a:prstGeom prst="rect">
              <a:avLst/>
            </a:prstGeom>
            <a:noFill/>
          </p:spPr>
          <p:txBody>
            <a:bodyPr wrap="square" lIns="0" tIns="0" rIns="0" bIns="0" rtlCol="0">
              <a:spAutoFit/>
            </a:bodyPr>
            <a:lstStyle/>
            <a:p>
              <a:pPr>
                <a:lnSpc>
                  <a:spcPct val="120000"/>
                </a:lnSpc>
              </a:pPr>
              <a:r>
                <a:rPr lang="ja-JP" altLang="en-US" sz="1400" b="1">
                  <a:latin typeface="Helvetica" panose="020B0604020202020204" pitchFamily="34" charset="0"/>
                  <a:ea typeface="BIZ UDPゴシック" panose="020B0400000000000000" pitchFamily="50" charset="-128"/>
                </a:rPr>
                <a:t>行間</a:t>
              </a:r>
              <a:r>
                <a:rPr kumimoji="1" lang="ja-JP" altLang="en-US" sz="1400" b="1">
                  <a:latin typeface="Helvetica" panose="020B0604020202020204" pitchFamily="34" charset="0"/>
                  <a:ea typeface="BIZ UDPゴシック" panose="020B0400000000000000" pitchFamily="50" charset="-128"/>
                </a:rPr>
                <a:t>倍率 </a:t>
              </a:r>
              <a:r>
                <a:rPr lang="en-US" altLang="ja-JP" sz="1400" b="1">
                  <a:latin typeface="Helvetica" panose="020B0604020202020204" pitchFamily="34" charset="0"/>
                  <a:ea typeface="BIZ UDPゴシック" panose="020B0400000000000000" pitchFamily="50" charset="-128"/>
                </a:rPr>
                <a:t>1.3</a:t>
              </a:r>
              <a:r>
                <a:rPr lang="ja-JP" altLang="en-US" sz="1400" b="1">
                  <a:latin typeface="Helvetica" panose="020B0604020202020204" pitchFamily="34" charset="0"/>
                  <a:ea typeface="BIZ UDPゴシック" panose="020B0400000000000000" pitchFamily="50" charset="-128"/>
                </a:rPr>
                <a:t>　</a:t>
              </a:r>
              <a:r>
                <a:rPr lang="en-US" altLang="ja-JP" sz="1400" b="1">
                  <a:latin typeface="Helvetica" panose="020B0604020202020204" pitchFamily="34" charset="0"/>
                  <a:ea typeface="BIZ UDPゴシック" panose="020B0400000000000000" pitchFamily="50" charset="-128"/>
                </a:rPr>
                <a:t> / </a:t>
              </a:r>
              <a:r>
                <a:rPr lang="ja-JP" altLang="en-US" sz="1400" b="1">
                  <a:latin typeface="Helvetica" panose="020B0604020202020204" pitchFamily="34" charset="0"/>
                  <a:ea typeface="BIZ UDPゴシック" panose="020B0400000000000000" pitchFamily="50" charset="-128"/>
                </a:rPr>
                <a:t>　フォントサイズ</a:t>
              </a:r>
              <a:r>
                <a:rPr lang="en-US" altLang="ja-JP" sz="1400" b="1">
                  <a:latin typeface="Helvetica" panose="020B0604020202020204" pitchFamily="34" charset="0"/>
                  <a:ea typeface="BIZ UDPゴシック" panose="020B0400000000000000" pitchFamily="50" charset="-128"/>
                </a:rPr>
                <a:t>14pt</a:t>
              </a:r>
              <a:r>
                <a:rPr lang="ja-JP" altLang="en-US" sz="1400" b="1">
                  <a:latin typeface="Helvetica" panose="020B0604020202020204" pitchFamily="34" charset="0"/>
                  <a:ea typeface="BIZ UDPゴシック" panose="020B0400000000000000" pitchFamily="50" charset="-128"/>
                </a:rPr>
                <a:t>の場合</a:t>
              </a:r>
              <a:endParaRPr kumimoji="1" lang="ja-JP" altLang="en-US" sz="1400" b="1">
                <a:latin typeface="Helvetica" panose="020B0604020202020204" pitchFamily="34" charset="0"/>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FE545D0F-A43B-FBA5-B978-8B38943ABC9C}"/>
                </a:ext>
              </a:extLst>
            </p:cNvPr>
            <p:cNvSpPr txBox="1"/>
            <p:nvPr userDrawn="1"/>
          </p:nvSpPr>
          <p:spPr>
            <a:xfrm>
              <a:off x="467580" y="3006267"/>
              <a:ext cx="1166638" cy="232115"/>
            </a:xfrm>
            <a:prstGeom prst="rect">
              <a:avLst/>
            </a:prstGeom>
            <a:noFill/>
          </p:spPr>
          <p:txBody>
            <a:bodyPr wrap="square" lIns="0" tIns="0" rIns="0" bIns="0" rtlCol="0">
              <a:spAutoFit/>
            </a:bodyPr>
            <a:lstStyle/>
            <a:p>
              <a:pPr>
                <a:lnSpc>
                  <a:spcPct val="120000"/>
                </a:lnSpc>
              </a:pPr>
              <a:r>
                <a:rPr lang="ja-JP" altLang="en-US" sz="1400" b="1">
                  <a:latin typeface="Helvetica" panose="020B0604020202020204" pitchFamily="34" charset="0"/>
                  <a:ea typeface="BIZ UDPゴシック" panose="020B0400000000000000" pitchFamily="50" charset="-128"/>
                </a:rPr>
                <a:t>サイズ</a:t>
              </a:r>
              <a:r>
                <a:rPr lang="en-US" altLang="ja-JP" sz="1400" b="1">
                  <a:latin typeface="Helvetica" panose="020B0604020202020204" pitchFamily="34" charset="0"/>
                  <a:ea typeface="BIZ UDPゴシック" panose="020B0400000000000000" pitchFamily="50" charset="-128"/>
                </a:rPr>
                <a:t>:</a:t>
              </a:r>
              <a:r>
                <a:rPr lang="ja-JP" altLang="en-US" sz="1400" b="1">
                  <a:latin typeface="Helvetica" panose="020B0604020202020204" pitchFamily="34" charset="0"/>
                  <a:ea typeface="BIZ UDPゴシック" panose="020B0400000000000000" pitchFamily="50" charset="-128"/>
                </a:rPr>
                <a:t> </a:t>
              </a:r>
              <a:r>
                <a:rPr kumimoji="1" lang="en-US" altLang="ja-JP" sz="1400" b="1">
                  <a:latin typeface="Helvetica" panose="020B0604020202020204" pitchFamily="34" charset="0"/>
                  <a:ea typeface="BIZ UDPゴシック" panose="020B0400000000000000" pitchFamily="50" charset="-128"/>
                </a:rPr>
                <a:t>18pt</a:t>
              </a:r>
              <a:endParaRPr kumimoji="1" lang="ja-JP" altLang="en-US" sz="1400" b="1">
                <a:latin typeface="Helvetica" panose="020B0604020202020204" pitchFamily="34" charset="0"/>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8E4A02B4-EF40-AEB2-875D-1E362346F0E1}"/>
                </a:ext>
              </a:extLst>
            </p:cNvPr>
            <p:cNvSpPr txBox="1"/>
            <p:nvPr userDrawn="1"/>
          </p:nvSpPr>
          <p:spPr>
            <a:xfrm>
              <a:off x="467580" y="4730101"/>
              <a:ext cx="1166638" cy="232115"/>
            </a:xfrm>
            <a:prstGeom prst="rect">
              <a:avLst/>
            </a:prstGeom>
            <a:noFill/>
          </p:spPr>
          <p:txBody>
            <a:bodyPr wrap="square" lIns="0" tIns="0" rIns="0" bIns="0" rtlCol="0">
              <a:spAutoFit/>
            </a:bodyPr>
            <a:lstStyle/>
            <a:p>
              <a:pPr>
                <a:lnSpc>
                  <a:spcPct val="120000"/>
                </a:lnSpc>
              </a:pPr>
              <a:r>
                <a:rPr lang="ja-JP" altLang="en-US" sz="1400" b="1">
                  <a:latin typeface="Helvetica" panose="020B0604020202020204" pitchFamily="34" charset="0"/>
                  <a:ea typeface="BIZ UDPゴシック" panose="020B0400000000000000" pitchFamily="50" charset="-128"/>
                </a:rPr>
                <a:t>サイズ</a:t>
              </a:r>
              <a:r>
                <a:rPr lang="en-US" altLang="ja-JP" sz="1400" b="1">
                  <a:latin typeface="Helvetica" panose="020B0604020202020204" pitchFamily="34" charset="0"/>
                  <a:ea typeface="BIZ UDPゴシック" panose="020B0400000000000000" pitchFamily="50" charset="-128"/>
                </a:rPr>
                <a:t>:</a:t>
              </a:r>
              <a:r>
                <a:rPr lang="ja-JP" altLang="en-US" sz="1400" b="1">
                  <a:latin typeface="Helvetica" panose="020B0604020202020204" pitchFamily="34" charset="0"/>
                  <a:ea typeface="BIZ UDPゴシック" panose="020B0400000000000000" pitchFamily="50" charset="-128"/>
                </a:rPr>
                <a:t> </a:t>
              </a:r>
              <a:r>
                <a:rPr kumimoji="1" lang="en-US" altLang="ja-JP" sz="1400" b="1">
                  <a:latin typeface="Helvetica" panose="020B0604020202020204" pitchFamily="34" charset="0"/>
                  <a:ea typeface="BIZ UDPゴシック" panose="020B0400000000000000" pitchFamily="50" charset="-128"/>
                </a:rPr>
                <a:t>14pt</a:t>
              </a:r>
              <a:endParaRPr kumimoji="1" lang="ja-JP" altLang="en-US" sz="1400" b="1">
                <a:latin typeface="Helvetica" panose="020B0604020202020204" pitchFamily="34" charset="0"/>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F9607908-C729-F398-7B00-8F92964B0400}"/>
                </a:ext>
              </a:extLst>
            </p:cNvPr>
            <p:cNvSpPr txBox="1"/>
            <p:nvPr userDrawn="1"/>
          </p:nvSpPr>
          <p:spPr>
            <a:xfrm>
              <a:off x="467580" y="2459948"/>
              <a:ext cx="1166638" cy="232115"/>
            </a:xfrm>
            <a:prstGeom prst="rect">
              <a:avLst/>
            </a:prstGeom>
            <a:noFill/>
          </p:spPr>
          <p:txBody>
            <a:bodyPr wrap="square" lIns="0" tIns="0" rIns="0" bIns="0" rtlCol="0">
              <a:spAutoFit/>
            </a:bodyPr>
            <a:lstStyle/>
            <a:p>
              <a:pPr>
                <a:lnSpc>
                  <a:spcPct val="120000"/>
                </a:lnSpc>
              </a:pPr>
              <a:r>
                <a:rPr lang="ja-JP" altLang="en-US" sz="1400" b="1">
                  <a:latin typeface="Helvetica" panose="020B0604020202020204" pitchFamily="34" charset="0"/>
                  <a:ea typeface="BIZ UDPゴシック" panose="020B0400000000000000" pitchFamily="50" charset="-128"/>
                </a:rPr>
                <a:t>サイズ</a:t>
              </a:r>
              <a:r>
                <a:rPr lang="en-US" altLang="ja-JP" sz="1400" b="1">
                  <a:latin typeface="Helvetica" panose="020B0604020202020204" pitchFamily="34" charset="0"/>
                  <a:ea typeface="BIZ UDPゴシック" panose="020B0400000000000000" pitchFamily="50" charset="-128"/>
                </a:rPr>
                <a:t>:</a:t>
              </a:r>
              <a:r>
                <a:rPr lang="ja-JP" altLang="en-US" sz="1400" b="1">
                  <a:latin typeface="Helvetica" panose="020B0604020202020204" pitchFamily="34" charset="0"/>
                  <a:ea typeface="BIZ UDPゴシック" panose="020B0400000000000000" pitchFamily="50" charset="-128"/>
                </a:rPr>
                <a:t> </a:t>
              </a:r>
              <a:r>
                <a:rPr lang="en-US" altLang="ja-JP" sz="1400" b="1">
                  <a:latin typeface="Helvetica" panose="020B0604020202020204" pitchFamily="34" charset="0"/>
                  <a:ea typeface="BIZ UDPゴシック" panose="020B0400000000000000" pitchFamily="50" charset="-128"/>
                </a:rPr>
                <a:t>36</a:t>
              </a:r>
              <a:r>
                <a:rPr kumimoji="1" lang="en-US" altLang="ja-JP" sz="1400" b="1">
                  <a:latin typeface="Helvetica" panose="020B0604020202020204" pitchFamily="34" charset="0"/>
                  <a:ea typeface="BIZ UDPゴシック" panose="020B0400000000000000" pitchFamily="50" charset="-128"/>
                </a:rPr>
                <a:t>pt</a:t>
              </a:r>
              <a:endParaRPr kumimoji="1" lang="ja-JP" altLang="en-US" sz="1400" b="1">
                <a:latin typeface="Helvetica" panose="020B0604020202020204" pitchFamily="34" charset="0"/>
                <a:ea typeface="BIZ UDPゴシック" panose="020B0400000000000000" pitchFamily="50" charset="-128"/>
              </a:endParaRPr>
            </a:p>
          </p:txBody>
        </p:sp>
        <p:cxnSp>
          <p:nvCxnSpPr>
            <p:cNvPr id="17" name="直線コネクタ 16">
              <a:extLst>
                <a:ext uri="{FF2B5EF4-FFF2-40B4-BE49-F238E27FC236}">
                  <a16:creationId xmlns:a16="http://schemas.microsoft.com/office/drawing/2014/main" id="{D2C8BBD2-8328-23EF-1DD0-9B2A3D9F57BA}"/>
                </a:ext>
              </a:extLst>
            </p:cNvPr>
            <p:cNvCxnSpPr>
              <a:cxnSpLocks/>
            </p:cNvCxnSpPr>
            <p:nvPr userDrawn="1"/>
          </p:nvCxnSpPr>
          <p:spPr>
            <a:xfrm>
              <a:off x="1758864" y="1343838"/>
              <a:ext cx="0" cy="501066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D138549C-5382-8A22-4AD2-3DA52870748D}"/>
                </a:ext>
              </a:extLst>
            </p:cNvPr>
            <p:cNvSpPr txBox="1"/>
            <p:nvPr userDrawn="1"/>
          </p:nvSpPr>
          <p:spPr>
            <a:xfrm>
              <a:off x="2014970" y="1240969"/>
              <a:ext cx="4248000" cy="634276"/>
            </a:xfrm>
            <a:prstGeom prst="rect">
              <a:avLst/>
            </a:prstGeom>
            <a:noFill/>
          </p:spPr>
          <p:txBody>
            <a:bodyPr wrap="square" lIns="0" tIns="0" rIns="0" bIns="0" rtlCol="0">
              <a:spAutoFit/>
            </a:bodyPr>
            <a:lstStyle/>
            <a:p>
              <a:pPr>
                <a:lnSpc>
                  <a:spcPct val="120000"/>
                </a:lnSpc>
              </a:pPr>
              <a:r>
                <a:rPr kumimoji="1" lang="en-US" altLang="ja-JP" b="1">
                  <a:latin typeface="+mj-ea"/>
                  <a:ea typeface="+mj-ea"/>
                </a:rPr>
                <a:t>BIZ UDP</a:t>
              </a:r>
              <a:r>
                <a:rPr kumimoji="1" lang="ja-JP" altLang="en-US" b="1">
                  <a:latin typeface="Helvetica" panose="020B0604020202020204" pitchFamily="34" charset="0"/>
                  <a:ea typeface="BIZ UDPゴシック" panose="020B0400000000000000" pitchFamily="50" charset="-128"/>
                </a:rPr>
                <a:t>ゴシック 見出し</a:t>
              </a:r>
              <a:endParaRPr kumimoji="1" lang="en-US" altLang="ja-JP" b="1">
                <a:latin typeface="Helvetica" panose="020B0604020202020204" pitchFamily="34" charset="0"/>
                <a:ea typeface="BIZ UDPゴシック" panose="020B0400000000000000" pitchFamily="50" charset="-128"/>
              </a:endParaRPr>
            </a:p>
            <a:p>
              <a:pPr>
                <a:lnSpc>
                  <a:spcPct val="120000"/>
                </a:lnSpc>
              </a:pPr>
              <a:r>
                <a:rPr kumimoji="1" lang="en-US" altLang="ja-JP" b="1">
                  <a:ea typeface="BIZ UDPゴシック" panose="020B0400000000000000" pitchFamily="50" charset="-128"/>
                </a:rPr>
                <a:t>BIZ UDP</a:t>
              </a:r>
              <a:r>
                <a:rPr kumimoji="1" lang="ja-JP" altLang="en-US" b="1">
                  <a:latin typeface="Helvetica" panose="020B0604020202020204" pitchFamily="34" charset="0"/>
                  <a:ea typeface="BIZ UDPゴシック" panose="020B0400000000000000" pitchFamily="50" charset="-128"/>
                </a:rPr>
                <a:t>ゴシック</a:t>
              </a:r>
              <a:r>
                <a:rPr lang="en-US" altLang="ja-JP" b="1">
                  <a:latin typeface="Helvetica" panose="020B0604020202020204" pitchFamily="34" charset="0"/>
                  <a:ea typeface="BIZ UDPゴシック" panose="020B0400000000000000" pitchFamily="50" charset="-128"/>
                </a:rPr>
                <a:t> </a:t>
              </a:r>
              <a:r>
                <a:rPr lang="ja-JP" altLang="en-US" b="1">
                  <a:latin typeface="Helvetica" panose="020B0604020202020204" pitchFamily="34" charset="0"/>
                  <a:ea typeface="BIZ UDPゴシック" panose="020B0400000000000000" pitchFamily="50" charset="-128"/>
                </a:rPr>
                <a:t>本文</a:t>
              </a:r>
              <a:endParaRPr kumimoji="1" lang="ja-JP" altLang="en-US" b="1">
                <a:latin typeface="Helvetica" panose="020B0604020202020204" pitchFamily="34" charset="0"/>
                <a:ea typeface="BIZ UDPゴシック" panose="020B0400000000000000" pitchFamily="50" charset="-128"/>
              </a:endParaRPr>
            </a:p>
          </p:txBody>
        </p:sp>
        <p:sp>
          <p:nvSpPr>
            <p:cNvPr id="19" name="テキスト ボックス 18">
              <a:extLst>
                <a:ext uri="{FF2B5EF4-FFF2-40B4-BE49-F238E27FC236}">
                  <a16:creationId xmlns:a16="http://schemas.microsoft.com/office/drawing/2014/main" id="{8FF849F1-F419-F733-A62B-F50F2B55F8B8}"/>
                </a:ext>
              </a:extLst>
            </p:cNvPr>
            <p:cNvSpPr txBox="1"/>
            <p:nvPr userDrawn="1"/>
          </p:nvSpPr>
          <p:spPr>
            <a:xfrm>
              <a:off x="510095" y="1267608"/>
              <a:ext cx="1166638" cy="234744"/>
            </a:xfrm>
            <a:prstGeom prst="rect">
              <a:avLst/>
            </a:prstGeom>
            <a:noFill/>
          </p:spPr>
          <p:txBody>
            <a:bodyPr wrap="square" lIns="0" tIns="0" rIns="0" bIns="0" rtlCol="0">
              <a:spAutoFit/>
            </a:bodyPr>
            <a:lstStyle/>
            <a:p>
              <a:pPr>
                <a:lnSpc>
                  <a:spcPct val="120000"/>
                </a:lnSpc>
              </a:pPr>
              <a:r>
                <a:rPr lang="ja-JP" altLang="en-US" sz="1400" b="1">
                  <a:latin typeface="Helvetica" panose="020B0604020202020204" pitchFamily="34" charset="0"/>
                  <a:ea typeface="BIZ UDPゴシック" panose="020B0400000000000000" pitchFamily="50" charset="-128"/>
                </a:rPr>
                <a:t>フォントタイプ</a:t>
              </a:r>
              <a:endParaRPr kumimoji="1" lang="ja-JP" altLang="en-US" sz="1400" b="1">
                <a:latin typeface="Helvetica" panose="020B0604020202020204" pitchFamily="34" charset="0"/>
                <a:ea typeface="BIZ UDPゴシック" panose="020B0400000000000000" pitchFamily="50" charset="-128"/>
              </a:endParaRPr>
            </a:p>
          </p:txBody>
        </p:sp>
        <p:cxnSp>
          <p:nvCxnSpPr>
            <p:cNvPr id="20" name="直線コネクタ 19">
              <a:extLst>
                <a:ext uri="{FF2B5EF4-FFF2-40B4-BE49-F238E27FC236}">
                  <a16:creationId xmlns:a16="http://schemas.microsoft.com/office/drawing/2014/main" id="{24F70435-C0DE-6528-B264-24DEE11DA266}"/>
                </a:ext>
              </a:extLst>
            </p:cNvPr>
            <p:cNvCxnSpPr>
              <a:cxnSpLocks/>
            </p:cNvCxnSpPr>
            <p:nvPr userDrawn="1"/>
          </p:nvCxnSpPr>
          <p:spPr>
            <a:xfrm>
              <a:off x="7620857" y="3304569"/>
              <a:ext cx="0" cy="245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76795F03-BD6F-77A6-878E-C2668D1313D1}"/>
                </a:ext>
              </a:extLst>
            </p:cNvPr>
            <p:cNvSpPr txBox="1"/>
            <p:nvPr userDrawn="1"/>
          </p:nvSpPr>
          <p:spPr>
            <a:xfrm>
              <a:off x="392502" y="478754"/>
              <a:ext cx="4248000" cy="301878"/>
            </a:xfrm>
            <a:prstGeom prst="rect">
              <a:avLst/>
            </a:prstGeom>
            <a:noFill/>
          </p:spPr>
          <p:txBody>
            <a:bodyPr wrap="square" lIns="0" tIns="0" rIns="0" bIns="0" rtlCol="0">
              <a:spAutoFit/>
            </a:bodyPr>
            <a:lstStyle/>
            <a:p>
              <a:pPr>
                <a:lnSpc>
                  <a:spcPct val="120000"/>
                </a:lnSpc>
              </a:pPr>
              <a:r>
                <a:rPr kumimoji="1" lang="ja-JP" altLang="en-US" b="1">
                  <a:latin typeface="Helvetica" panose="020B0604020202020204" pitchFamily="34" charset="0"/>
                  <a:ea typeface="BIZ UDPゴシック" panose="020B0400000000000000" pitchFamily="50" charset="-128"/>
                </a:rPr>
                <a:t>フォントタイプ・テキスト関連ルール</a:t>
              </a:r>
            </a:p>
          </p:txBody>
        </p:sp>
        <p:sp>
          <p:nvSpPr>
            <p:cNvPr id="22" name="テキスト ボックス 21">
              <a:extLst>
                <a:ext uri="{FF2B5EF4-FFF2-40B4-BE49-F238E27FC236}">
                  <a16:creationId xmlns:a16="http://schemas.microsoft.com/office/drawing/2014/main" id="{3911FEBB-BD93-D9C9-DE99-496B6448A0CB}"/>
                </a:ext>
              </a:extLst>
            </p:cNvPr>
            <p:cNvSpPr txBox="1"/>
            <p:nvPr userDrawn="1"/>
          </p:nvSpPr>
          <p:spPr>
            <a:xfrm>
              <a:off x="467580" y="4087849"/>
              <a:ext cx="1166638" cy="232115"/>
            </a:xfrm>
            <a:prstGeom prst="rect">
              <a:avLst/>
            </a:prstGeom>
            <a:noFill/>
          </p:spPr>
          <p:txBody>
            <a:bodyPr wrap="square" lIns="0" tIns="0" rIns="0" bIns="0" rtlCol="0">
              <a:spAutoFit/>
            </a:bodyPr>
            <a:lstStyle/>
            <a:p>
              <a:pPr>
                <a:lnSpc>
                  <a:spcPct val="120000"/>
                </a:lnSpc>
              </a:pPr>
              <a:r>
                <a:rPr lang="ja-JP" altLang="en-US" sz="1400" b="1">
                  <a:latin typeface="Helvetica" panose="020B0604020202020204" pitchFamily="34" charset="0"/>
                  <a:ea typeface="BIZ UDPゴシック" panose="020B0400000000000000" pitchFamily="50" charset="-128"/>
                </a:rPr>
                <a:t>サイズ</a:t>
              </a:r>
              <a:r>
                <a:rPr lang="en-US" altLang="ja-JP" sz="1400" b="1">
                  <a:latin typeface="Helvetica" panose="020B0604020202020204" pitchFamily="34" charset="0"/>
                  <a:ea typeface="BIZ UDPゴシック" panose="020B0400000000000000" pitchFamily="50" charset="-128"/>
                </a:rPr>
                <a:t>:</a:t>
              </a:r>
              <a:r>
                <a:rPr lang="ja-JP" altLang="en-US" sz="1400" b="1">
                  <a:latin typeface="Helvetica" panose="020B0604020202020204" pitchFamily="34" charset="0"/>
                  <a:ea typeface="BIZ UDPゴシック" panose="020B0400000000000000" pitchFamily="50" charset="-128"/>
                </a:rPr>
                <a:t> </a:t>
              </a:r>
              <a:r>
                <a:rPr kumimoji="1" lang="en-US" altLang="ja-JP" sz="1400" b="1">
                  <a:latin typeface="Helvetica" panose="020B0604020202020204" pitchFamily="34" charset="0"/>
                  <a:ea typeface="BIZ UDPゴシック" panose="020B0400000000000000" pitchFamily="50" charset="-128"/>
                </a:rPr>
                <a:t>16pt</a:t>
              </a:r>
              <a:endParaRPr kumimoji="1" lang="ja-JP" altLang="en-US" sz="1400" b="1">
                <a:latin typeface="Helvetica" panose="020B0604020202020204" pitchFamily="34" charset="0"/>
                <a:ea typeface="BIZ UDPゴシック" panose="020B0400000000000000" pitchFamily="50" charset="-128"/>
              </a:endParaRPr>
            </a:p>
          </p:txBody>
        </p:sp>
        <p:sp>
          <p:nvSpPr>
            <p:cNvPr id="23" name="テキスト ボックス 22">
              <a:extLst>
                <a:ext uri="{FF2B5EF4-FFF2-40B4-BE49-F238E27FC236}">
                  <a16:creationId xmlns:a16="http://schemas.microsoft.com/office/drawing/2014/main" id="{AB220F0D-2792-8C2A-FC79-E41F629D4CF5}"/>
                </a:ext>
              </a:extLst>
            </p:cNvPr>
            <p:cNvSpPr txBox="1"/>
            <p:nvPr userDrawn="1"/>
          </p:nvSpPr>
          <p:spPr>
            <a:xfrm>
              <a:off x="2016311" y="4087849"/>
              <a:ext cx="4248000" cy="560731"/>
            </a:xfrm>
            <a:prstGeom prst="rect">
              <a:avLst/>
            </a:prstGeom>
            <a:noFill/>
          </p:spPr>
          <p:txBody>
            <a:bodyPr wrap="square" lIns="0" tIns="0" rIns="0" bIns="0" rtlCol="0">
              <a:spAutoFit/>
            </a:bodyPr>
            <a:lstStyle/>
            <a:p>
              <a:pPr>
                <a:lnSpc>
                  <a:spcPct val="120000"/>
                </a:lnSpc>
              </a:pPr>
              <a:r>
                <a:rPr kumimoji="1" lang="ja-JP" altLang="en-US" sz="1600">
                  <a:latin typeface="Helvetica" panose="020B0604020202020204" pitchFamily="34" charset="0"/>
                  <a:ea typeface="BIZ UDPゴシック" panose="020B0400000000000000" pitchFamily="50" charset="-128"/>
                </a:rPr>
                <a:t>タイトルテキストタイトルテキストタイトルテキストタイトルテキストタイトルテキストタイトルテキ</a:t>
              </a:r>
            </a:p>
          </p:txBody>
        </p:sp>
        <p:sp>
          <p:nvSpPr>
            <p:cNvPr id="24" name="テキスト ボックス 23">
              <a:extLst>
                <a:ext uri="{FF2B5EF4-FFF2-40B4-BE49-F238E27FC236}">
                  <a16:creationId xmlns:a16="http://schemas.microsoft.com/office/drawing/2014/main" id="{C8B0BAA0-A69B-D061-7F6E-6429467FF74B}"/>
                </a:ext>
              </a:extLst>
            </p:cNvPr>
            <p:cNvSpPr txBox="1"/>
            <p:nvPr userDrawn="1"/>
          </p:nvSpPr>
          <p:spPr>
            <a:xfrm>
              <a:off x="7888674" y="1240969"/>
              <a:ext cx="4178542" cy="546625"/>
            </a:xfrm>
            <a:prstGeom prst="rect">
              <a:avLst/>
            </a:prstGeom>
            <a:noFill/>
          </p:spPr>
          <p:txBody>
            <a:bodyPr wrap="square" lIns="0" tIns="0" rIns="0" bIns="0" rtlCol="0">
              <a:spAutoFit/>
            </a:bodyPr>
            <a:lstStyle/>
            <a:p>
              <a:pPr>
                <a:lnSpc>
                  <a:spcPct val="120000"/>
                </a:lnSpc>
              </a:pPr>
              <a:r>
                <a:rPr kumimoji="1" lang="en-US" altLang="ja-JP" sz="1600">
                  <a:solidFill>
                    <a:schemeClr val="tx1">
                      <a:lumMod val="95000"/>
                      <a:lumOff val="5000"/>
                    </a:schemeClr>
                  </a:solidFill>
                  <a:ea typeface="BIZ UDPゴシック" panose="020B0400000000000000" pitchFamily="50" charset="-128"/>
                </a:rPr>
                <a:t>BIZ UDP</a:t>
              </a:r>
              <a:r>
                <a:rPr kumimoji="1" lang="ja-JP" altLang="en-US" sz="1600">
                  <a:solidFill>
                    <a:schemeClr val="tx1">
                      <a:lumMod val="95000"/>
                      <a:lumOff val="5000"/>
                    </a:schemeClr>
                  </a:solidFill>
                  <a:latin typeface="Helvetica" panose="020B0604020202020204" pitchFamily="34" charset="0"/>
                  <a:ea typeface="BIZ UDPゴシック" panose="020B0400000000000000" pitchFamily="50" charset="-128"/>
                </a:rPr>
                <a:t>ゴシック</a:t>
              </a:r>
              <a:r>
                <a:rPr lang="ja-JP" altLang="en-US" sz="1600">
                  <a:solidFill>
                    <a:schemeClr val="tx1">
                      <a:lumMod val="95000"/>
                      <a:lumOff val="5000"/>
                    </a:schemeClr>
                  </a:solidFill>
                  <a:latin typeface="Helvetica" panose="020B0604020202020204" pitchFamily="34" charset="0"/>
                  <a:ea typeface="BIZ UDPゴシック" panose="020B0400000000000000" pitchFamily="50" charset="-128"/>
                </a:rPr>
                <a:t> </a:t>
              </a:r>
              <a:r>
                <a:rPr kumimoji="1" lang="ja-JP" altLang="en-US" sz="1600">
                  <a:solidFill>
                    <a:schemeClr val="tx1">
                      <a:lumMod val="95000"/>
                      <a:lumOff val="5000"/>
                    </a:schemeClr>
                  </a:solidFill>
                  <a:latin typeface="Helvetica" panose="020B0604020202020204" pitchFamily="34" charset="0"/>
                  <a:ea typeface="BIZ UDPゴシック" panose="020B0400000000000000" pitchFamily="50" charset="-128"/>
                </a:rPr>
                <a:t>０１２３４５６７８</a:t>
              </a:r>
              <a:r>
                <a:rPr lang="en-US" altLang="ja-JP" sz="1600">
                  <a:solidFill>
                    <a:schemeClr val="tx1">
                      <a:lumMod val="95000"/>
                      <a:lumOff val="5000"/>
                    </a:schemeClr>
                  </a:solidFill>
                  <a:latin typeface="Helvetica" panose="020B0604020202020204" pitchFamily="34" charset="0"/>
                  <a:ea typeface="BIZ UDPゴシック" panose="020B0400000000000000" pitchFamily="50" charset="-128"/>
                </a:rPr>
                <a:t> </a:t>
              </a:r>
            </a:p>
            <a:p>
              <a:pPr>
                <a:lnSpc>
                  <a:spcPct val="120000"/>
                </a:lnSpc>
              </a:pPr>
              <a:r>
                <a:rPr kumimoji="1" lang="en-US" altLang="ja-JP" sz="1600">
                  <a:solidFill>
                    <a:schemeClr val="tx1">
                      <a:lumMod val="95000"/>
                      <a:lumOff val="5000"/>
                    </a:schemeClr>
                  </a:solidFill>
                  <a:latin typeface="+mj-lt"/>
                  <a:ea typeface="+mj-ea"/>
                </a:rPr>
                <a:t>Helvetica 0123456789</a:t>
              </a:r>
              <a:endParaRPr kumimoji="1" lang="en-US" altLang="ja-JP" sz="1600">
                <a:solidFill>
                  <a:schemeClr val="tx1">
                    <a:lumMod val="95000"/>
                    <a:lumOff val="5000"/>
                  </a:schemeClr>
                </a:solidFill>
                <a:latin typeface="+mj-lt"/>
                <a:ea typeface="BIZ UDPゴシック" panose="020B0400000000000000" pitchFamily="50" charset="-128"/>
              </a:endParaRPr>
            </a:p>
          </p:txBody>
        </p:sp>
        <p:sp>
          <p:nvSpPr>
            <p:cNvPr id="25" name="テキスト ボックス 24">
              <a:extLst>
                <a:ext uri="{FF2B5EF4-FFF2-40B4-BE49-F238E27FC236}">
                  <a16:creationId xmlns:a16="http://schemas.microsoft.com/office/drawing/2014/main" id="{72782AD7-52CC-B949-B2AC-C9F805E2C0BE}"/>
                </a:ext>
              </a:extLst>
            </p:cNvPr>
            <p:cNvSpPr txBox="1"/>
            <p:nvPr userDrawn="1"/>
          </p:nvSpPr>
          <p:spPr>
            <a:xfrm>
              <a:off x="6802727" y="1267608"/>
              <a:ext cx="1166638" cy="234744"/>
            </a:xfrm>
            <a:prstGeom prst="rect">
              <a:avLst/>
            </a:prstGeom>
            <a:noFill/>
          </p:spPr>
          <p:txBody>
            <a:bodyPr wrap="square" lIns="0" tIns="0" rIns="0" bIns="0" rtlCol="0">
              <a:spAutoFit/>
            </a:bodyPr>
            <a:lstStyle/>
            <a:p>
              <a:pPr>
                <a:lnSpc>
                  <a:spcPct val="120000"/>
                </a:lnSpc>
              </a:pPr>
              <a:r>
                <a:rPr lang="ja-JP" altLang="en-US" sz="1400" b="1">
                  <a:latin typeface="Helvetica" panose="020B0604020202020204" pitchFamily="34" charset="0"/>
                  <a:ea typeface="BIZ UDPゴシック" panose="020B0400000000000000" pitchFamily="50" charset="-128"/>
                </a:rPr>
                <a:t>数字タイプ</a:t>
              </a:r>
              <a:endParaRPr kumimoji="1" lang="ja-JP" altLang="en-US" sz="1400" b="1">
                <a:latin typeface="Helvetica" panose="020B0604020202020204" pitchFamily="34" charset="0"/>
                <a:ea typeface="BIZ UDPゴシック" panose="020B0400000000000000" pitchFamily="50" charset="-128"/>
              </a:endParaRPr>
            </a:p>
          </p:txBody>
        </p:sp>
        <p:cxnSp>
          <p:nvCxnSpPr>
            <p:cNvPr id="26" name="直線コネクタ 25">
              <a:extLst>
                <a:ext uri="{FF2B5EF4-FFF2-40B4-BE49-F238E27FC236}">
                  <a16:creationId xmlns:a16="http://schemas.microsoft.com/office/drawing/2014/main" id="{90381D0F-265C-6330-6305-B1740914F986}"/>
                </a:ext>
              </a:extLst>
            </p:cNvPr>
            <p:cNvCxnSpPr>
              <a:cxnSpLocks/>
            </p:cNvCxnSpPr>
            <p:nvPr userDrawn="1"/>
          </p:nvCxnSpPr>
          <p:spPr>
            <a:xfrm flipH="1">
              <a:off x="6438987" y="3065319"/>
              <a:ext cx="533391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テキスト ボックス 26">
              <a:extLst>
                <a:ext uri="{FF2B5EF4-FFF2-40B4-BE49-F238E27FC236}">
                  <a16:creationId xmlns:a16="http://schemas.microsoft.com/office/drawing/2014/main" id="{9DE03F14-AD42-A077-1851-CA966148352D}"/>
                </a:ext>
              </a:extLst>
            </p:cNvPr>
            <p:cNvSpPr txBox="1"/>
            <p:nvPr userDrawn="1"/>
          </p:nvSpPr>
          <p:spPr>
            <a:xfrm>
              <a:off x="6805943" y="2208015"/>
              <a:ext cx="5081212" cy="588623"/>
            </a:xfrm>
            <a:prstGeom prst="rect">
              <a:avLst/>
            </a:prstGeom>
            <a:noFill/>
          </p:spPr>
          <p:txBody>
            <a:bodyPr wrap="square" lIns="0" tIns="0" rIns="0" bIns="0" rtlCol="0">
              <a:spAutoFit/>
            </a:bodyPr>
            <a:lstStyle/>
            <a:p>
              <a:pPr>
                <a:lnSpc>
                  <a:spcPct val="120000"/>
                </a:lnSpc>
              </a:pPr>
              <a:r>
                <a:rPr lang="en-US" altLang="ja-JP" sz="1100">
                  <a:latin typeface="Helvetica" panose="020B0604020202020204" pitchFamily="34" charset="0"/>
                  <a:ea typeface="BIZ UDPゴシック" panose="020B0400000000000000" pitchFamily="50" charset="-128"/>
                </a:rPr>
                <a:t>※</a:t>
              </a:r>
              <a:r>
                <a:rPr lang="ja-JP" altLang="en-US" sz="1100">
                  <a:latin typeface="Helvetica" panose="020B0604020202020204" pitchFamily="34" charset="0"/>
                  <a:ea typeface="BIZ UDPゴシック" panose="020B0400000000000000" pitchFamily="50" charset="-128"/>
                </a:rPr>
                <a:t> 数字の基本使用フォントタイプは、原則</a:t>
              </a:r>
              <a:r>
                <a:rPr lang="en-US" altLang="ja-JP" sz="1100">
                  <a:latin typeface="Helvetica" panose="020B0604020202020204" pitchFamily="34" charset="0"/>
                  <a:ea typeface="BIZ UDPゴシック" panose="020B0400000000000000" pitchFamily="50" charset="-128"/>
                </a:rPr>
                <a:t>BIZ UDP</a:t>
              </a:r>
              <a:r>
                <a:rPr lang="ja-JP" altLang="en-US" sz="1100">
                  <a:latin typeface="Helvetica" panose="020B0604020202020204" pitchFamily="34" charset="0"/>
                  <a:ea typeface="BIZ UDPゴシック" panose="020B0400000000000000" pitchFamily="50" charset="-128"/>
                </a:rPr>
                <a:t>ゴシック</a:t>
              </a:r>
              <a:endParaRPr lang="en-US" altLang="ja-JP" sz="1100">
                <a:latin typeface="Helvetica" panose="020B0604020202020204" pitchFamily="34" charset="0"/>
                <a:ea typeface="BIZ UDPゴシック" panose="020B0400000000000000" pitchFamily="50" charset="-128"/>
              </a:endParaRPr>
            </a:p>
            <a:p>
              <a:pPr>
                <a:lnSpc>
                  <a:spcPct val="120000"/>
                </a:lnSpc>
              </a:pPr>
              <a:r>
                <a:rPr lang="en-US" altLang="ja-JP" sz="1100">
                  <a:latin typeface="Helvetica" panose="020B0604020202020204" pitchFamily="34" charset="0"/>
                  <a:ea typeface="BIZ UDPゴシック" panose="020B0400000000000000" pitchFamily="50" charset="-128"/>
                </a:rPr>
                <a:t>※ </a:t>
              </a:r>
              <a:r>
                <a:rPr lang="ja-JP" altLang="en-US" sz="1100">
                  <a:latin typeface="Helvetica" panose="020B0604020202020204" pitchFamily="34" charset="0"/>
                  <a:ea typeface="BIZ UDPゴシック" panose="020B0400000000000000" pitchFamily="50" charset="-128"/>
                </a:rPr>
                <a:t>但し、</a:t>
              </a:r>
              <a:r>
                <a:rPr lang="en-US" altLang="ja-JP" sz="1100">
                  <a:latin typeface="Helvetica" panose="020B0604020202020204" pitchFamily="34" charset="0"/>
                  <a:ea typeface="BIZ UDPゴシック" panose="020B0400000000000000" pitchFamily="50" charset="-128"/>
                </a:rPr>
                <a:t>BIZ UDP</a:t>
              </a:r>
              <a:r>
                <a:rPr lang="ja-JP" altLang="en-US" sz="1100">
                  <a:latin typeface="Helvetica" panose="020B0604020202020204" pitchFamily="34" charset="0"/>
                  <a:ea typeface="BIZ UDPゴシック" panose="020B0400000000000000" pitchFamily="50" charset="-128"/>
                </a:rPr>
                <a:t>ゴシックの数字は、フォントサイズを大きくするともたっとする（丸みを帯びて文字間が広い）ため、大きく数字を表示する際は</a:t>
              </a:r>
              <a:r>
                <a:rPr lang="en-US" altLang="ja-JP" sz="1100">
                  <a:latin typeface="Helvetica" panose="020B0604020202020204" pitchFamily="34" charset="0"/>
                  <a:ea typeface="BIZ UDPゴシック" panose="020B0400000000000000" pitchFamily="50" charset="-128"/>
                </a:rPr>
                <a:t>Helvetica</a:t>
              </a:r>
              <a:r>
                <a:rPr lang="ja-JP" altLang="en-US" sz="1100">
                  <a:latin typeface="Helvetica" panose="020B0604020202020204" pitchFamily="34" charset="0"/>
                  <a:ea typeface="BIZ UDPゴシック" panose="020B0400000000000000" pitchFamily="50" charset="-128"/>
                </a:rPr>
                <a:t>を利用する。</a:t>
              </a:r>
              <a:r>
                <a:rPr lang="en-US" altLang="ja-JP" sz="1100">
                  <a:latin typeface="Helvetica" panose="020B0604020202020204" pitchFamily="34" charset="0"/>
                  <a:ea typeface="BIZ UDPゴシック" panose="020B0400000000000000" pitchFamily="50" charset="-128"/>
                </a:rPr>
                <a:t> </a:t>
              </a:r>
            </a:p>
          </p:txBody>
        </p:sp>
      </p:grpSp>
      <p:sp>
        <p:nvSpPr>
          <p:cNvPr id="2" name="スライド番号プレースホルダー 5">
            <a:extLst>
              <a:ext uri="{FF2B5EF4-FFF2-40B4-BE49-F238E27FC236}">
                <a16:creationId xmlns:a16="http://schemas.microsoft.com/office/drawing/2014/main" id="{AD6FBBDA-974F-63BE-0F34-4081B05C52AB}"/>
              </a:ext>
            </a:extLst>
          </p:cNvPr>
          <p:cNvSpPr txBox="1">
            <a:spLocks/>
          </p:cNvSpPr>
          <p:nvPr userDrawn="1"/>
        </p:nvSpPr>
        <p:spPr>
          <a:xfrm>
            <a:off x="11788041" y="6510540"/>
            <a:ext cx="403959" cy="365125"/>
          </a:xfrm>
          <a:prstGeom prst="rect">
            <a:avLst/>
          </a:prstGeom>
        </p:spPr>
        <p:txBody>
          <a:bodyPr vert="horz" wrap="square" lIns="91440" tIns="45720" rIns="91440" bIns="45720" rtlCol="0" anchor="ctr" anchorCtr="1">
            <a:noAutofit/>
          </a:bodyPr>
          <a:lstStyle>
            <a:defPPr>
              <a:defRPr lang="ja-JP"/>
            </a:defPPr>
            <a:lvl1pPr marL="0" algn="r" defTabSz="914400" rtl="0" eaLnBrk="1" latinLnBrk="0" hangingPunct="1">
              <a:defRPr kumimoji="1" sz="1200" kern="1200">
                <a:solidFill>
                  <a:schemeClr val="tx1">
                    <a:tint val="82000"/>
                  </a:schemeClr>
                </a:solidFill>
                <a:latin typeface="Helvetica" panose="020B0604020202020204" pitchFamily="34" charset="0"/>
                <a:ea typeface="BIZ UDPゴシック" panose="020B0400000000000000"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DD5ACCE-99FC-439C-B6F0-DA1395226501}" type="slidenum">
              <a:rPr lang="ja-JP" altLang="en-US" smtClean="0">
                <a:solidFill>
                  <a:srgbClr val="033865"/>
                </a:solidFill>
              </a:rPr>
              <a:pPr/>
              <a:t>‹#›</a:t>
            </a:fld>
            <a:endParaRPr lang="ja-JP" altLang="en-US">
              <a:solidFill>
                <a:srgbClr val="033865"/>
              </a:solidFill>
            </a:endParaRPr>
          </a:p>
        </p:txBody>
      </p:sp>
    </p:spTree>
    <p:extLst>
      <p:ext uri="{BB962C8B-B14F-4D97-AF65-F5344CB8AC3E}">
        <p14:creationId xmlns:p14="http://schemas.microsoft.com/office/powerpoint/2010/main" val="22756227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スライドバージョン確認">
    <p:spTree>
      <p:nvGrpSpPr>
        <p:cNvPr id="1" name=""/>
        <p:cNvGrpSpPr/>
        <p:nvPr/>
      </p:nvGrpSpPr>
      <p:grpSpPr>
        <a:xfrm>
          <a:off x="0" y="0"/>
          <a:ext cx="0" cy="0"/>
          <a:chOff x="0" y="0"/>
          <a:chExt cx="0" cy="0"/>
        </a:xfrm>
      </p:grpSpPr>
      <p:sp>
        <p:nvSpPr>
          <p:cNvPr id="5" name="スライド番号プレースホルダー 5">
            <a:extLst>
              <a:ext uri="{FF2B5EF4-FFF2-40B4-BE49-F238E27FC236}">
                <a16:creationId xmlns:a16="http://schemas.microsoft.com/office/drawing/2014/main" id="{039D0358-3ECC-D9C4-8913-5B67D345074A}"/>
              </a:ext>
            </a:extLst>
          </p:cNvPr>
          <p:cNvSpPr txBox="1">
            <a:spLocks/>
          </p:cNvSpPr>
          <p:nvPr userDrawn="1"/>
        </p:nvSpPr>
        <p:spPr>
          <a:xfrm>
            <a:off x="11788041" y="6510540"/>
            <a:ext cx="403959" cy="365125"/>
          </a:xfrm>
          <a:prstGeom prst="rect">
            <a:avLst/>
          </a:prstGeom>
        </p:spPr>
        <p:txBody>
          <a:bodyPr vert="horz" wrap="square" lIns="91440" tIns="45720" rIns="91440" bIns="45720" rtlCol="0" anchor="ctr" anchorCtr="1">
            <a:noAutofit/>
          </a:bodyPr>
          <a:lstStyle>
            <a:defPPr>
              <a:defRPr lang="ja-JP"/>
            </a:defPPr>
            <a:lvl1pPr marL="0" algn="r" defTabSz="914400" rtl="0" eaLnBrk="1" latinLnBrk="0" hangingPunct="1">
              <a:defRPr kumimoji="1" sz="1200" kern="1200">
                <a:solidFill>
                  <a:schemeClr val="tx1">
                    <a:tint val="82000"/>
                  </a:schemeClr>
                </a:solidFill>
                <a:latin typeface="Helvetica" panose="020B0604020202020204" pitchFamily="34" charset="0"/>
                <a:ea typeface="BIZ UDPゴシック" panose="020B0400000000000000"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DD5ACCE-99FC-439C-B6F0-DA1395226501}" type="slidenum">
              <a:rPr lang="ja-JP" altLang="en-US" smtClean="0">
                <a:solidFill>
                  <a:srgbClr val="033865"/>
                </a:solidFill>
              </a:rPr>
              <a:pPr/>
              <a:t>‹#›</a:t>
            </a:fld>
            <a:endParaRPr lang="ja-JP" altLang="en-US">
              <a:solidFill>
                <a:srgbClr val="033865"/>
              </a:solidFill>
            </a:endParaRPr>
          </a:p>
        </p:txBody>
      </p:sp>
      <p:sp>
        <p:nvSpPr>
          <p:cNvPr id="7" name="テキスト ボックス 6">
            <a:extLst>
              <a:ext uri="{FF2B5EF4-FFF2-40B4-BE49-F238E27FC236}">
                <a16:creationId xmlns:a16="http://schemas.microsoft.com/office/drawing/2014/main" id="{B2174C5A-06EF-FF14-889F-6DDB335C2630}"/>
              </a:ext>
            </a:extLst>
          </p:cNvPr>
          <p:cNvSpPr txBox="1"/>
          <p:nvPr userDrawn="1"/>
        </p:nvSpPr>
        <p:spPr>
          <a:xfrm>
            <a:off x="5287618" y="5854147"/>
            <a:ext cx="6380922" cy="307777"/>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2000" noProof="0">
                <a:solidFill>
                  <a:srgbClr val="033865"/>
                </a:solidFill>
              </a:rPr>
              <a:t>スライドバージョン：２０２５年</a:t>
            </a:r>
            <a:r>
              <a:rPr kumimoji="1" lang="en-US" altLang="ja-JP" sz="2000" noProof="0">
                <a:solidFill>
                  <a:srgbClr val="033865"/>
                </a:solidFill>
              </a:rPr>
              <a:t>0</a:t>
            </a:r>
            <a:r>
              <a:rPr kumimoji="1" lang="ja-JP" altLang="en-US" sz="2000" noProof="0">
                <a:solidFill>
                  <a:srgbClr val="033865"/>
                </a:solidFill>
              </a:rPr>
              <a:t>９月版</a:t>
            </a:r>
            <a:endParaRPr kumimoji="1" lang="ja-JP" altLang="en-US" sz="1050">
              <a:solidFill>
                <a:srgbClr val="033865"/>
              </a:solidFill>
              <a:latin typeface="Helvetica" panose="020B0604020202020204" pitchFamily="34" charset="0"/>
              <a:ea typeface="BIZ UDPゴシック" panose="020B0400000000000000" pitchFamily="50" charset="-128"/>
            </a:endParaRPr>
          </a:p>
        </p:txBody>
      </p:sp>
    </p:spTree>
    <p:extLst>
      <p:ext uri="{BB962C8B-B14F-4D97-AF65-F5344CB8AC3E}">
        <p14:creationId xmlns:p14="http://schemas.microsoft.com/office/powerpoint/2010/main" val="15289487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背景色あり：中央テキスト">
    <p:spTree>
      <p:nvGrpSpPr>
        <p:cNvPr id="1" name=""/>
        <p:cNvGrpSpPr/>
        <p:nvPr/>
      </p:nvGrpSpPr>
      <p:grpSpPr>
        <a:xfrm>
          <a:off x="0" y="0"/>
          <a:ext cx="0" cy="0"/>
          <a:chOff x="0" y="0"/>
          <a:chExt cx="0" cy="0"/>
        </a:xfrm>
      </p:grpSpPr>
      <p:sp>
        <p:nvSpPr>
          <p:cNvPr id="5" name="スライド番号プレースホルダー 5">
            <a:extLst>
              <a:ext uri="{FF2B5EF4-FFF2-40B4-BE49-F238E27FC236}">
                <a16:creationId xmlns:a16="http://schemas.microsoft.com/office/drawing/2014/main" id="{A643B291-1603-447D-4BE3-409266B4DB77}"/>
              </a:ext>
            </a:extLst>
          </p:cNvPr>
          <p:cNvSpPr txBox="1">
            <a:spLocks/>
          </p:cNvSpPr>
          <p:nvPr userDrawn="1"/>
        </p:nvSpPr>
        <p:spPr>
          <a:xfrm>
            <a:off x="11788041" y="6510540"/>
            <a:ext cx="403959" cy="365125"/>
          </a:xfrm>
          <a:prstGeom prst="rect">
            <a:avLst/>
          </a:prstGeom>
        </p:spPr>
        <p:txBody>
          <a:bodyPr vert="horz" wrap="square" lIns="91440" tIns="45720" rIns="91440" bIns="45720" rtlCol="0" anchor="ctr" anchorCtr="1">
            <a:noAutofit/>
          </a:bodyPr>
          <a:lstStyle>
            <a:defPPr>
              <a:defRPr lang="ja-JP"/>
            </a:defPPr>
            <a:lvl1pPr marL="0" algn="r" defTabSz="914400" rtl="0" eaLnBrk="1" latinLnBrk="0" hangingPunct="1">
              <a:defRPr kumimoji="1" sz="1200" kern="1200">
                <a:solidFill>
                  <a:schemeClr val="tx1">
                    <a:tint val="82000"/>
                  </a:schemeClr>
                </a:solidFill>
                <a:latin typeface="Helvetica" panose="020B0604020202020204" pitchFamily="34" charset="0"/>
                <a:ea typeface="BIZ UDPゴシック" panose="020B0400000000000000"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DD5ACCE-99FC-439C-B6F0-DA1395226501}" type="slidenum">
              <a:rPr lang="ja-JP" altLang="en-US" smtClean="0">
                <a:solidFill>
                  <a:schemeClr val="bg1"/>
                </a:solidFill>
              </a:rPr>
              <a:pPr/>
              <a:t>‹#›</a:t>
            </a:fld>
            <a:endParaRPr lang="ja-JP" altLang="en-US">
              <a:solidFill>
                <a:schemeClr val="bg1"/>
              </a:solidFill>
            </a:endParaRPr>
          </a:p>
        </p:txBody>
      </p:sp>
      <p:sp>
        <p:nvSpPr>
          <p:cNvPr id="4" name="テキスト プレースホルダー 3">
            <a:extLst>
              <a:ext uri="{FF2B5EF4-FFF2-40B4-BE49-F238E27FC236}">
                <a16:creationId xmlns:a16="http://schemas.microsoft.com/office/drawing/2014/main" id="{1528F7EC-BA85-609C-3BC3-206CC45C90A0}"/>
              </a:ext>
            </a:extLst>
          </p:cNvPr>
          <p:cNvSpPr>
            <a:spLocks noGrp="1"/>
          </p:cNvSpPr>
          <p:nvPr>
            <p:ph type="body" sz="quarter" idx="10"/>
          </p:nvPr>
        </p:nvSpPr>
        <p:spPr>
          <a:xfrm>
            <a:off x="1390650" y="2752726"/>
            <a:ext cx="9925050" cy="646331"/>
          </a:xfrm>
          <a:prstGeom prst="rect">
            <a:avLst/>
          </a:prstGeom>
        </p:spPr>
        <p:txBody>
          <a:bodyPr>
            <a:spAutoFit/>
          </a:bodyPr>
          <a:lstStyle>
            <a:lvl1pPr marL="0" indent="0">
              <a:buNone/>
              <a:defRPr sz="4000" b="1">
                <a:solidFill>
                  <a:schemeClr val="bg1"/>
                </a:solidFill>
              </a:defRPr>
            </a:lvl1pPr>
            <a:lvl2pPr marL="457200" indent="0">
              <a:buNone/>
              <a:defRPr sz="3600">
                <a:solidFill>
                  <a:schemeClr val="bg1"/>
                </a:solidFill>
              </a:defRPr>
            </a:lvl2pPr>
            <a:lvl3pPr marL="914400" indent="0">
              <a:buNone/>
              <a:defRPr sz="3200">
                <a:solidFill>
                  <a:schemeClr val="bg1"/>
                </a:solidFill>
              </a:defRPr>
            </a:lvl3pPr>
            <a:lvl4pPr marL="1371600" indent="0">
              <a:buNone/>
              <a:defRPr sz="2800">
                <a:solidFill>
                  <a:schemeClr val="bg1"/>
                </a:solidFill>
              </a:defRPr>
            </a:lvl4pPr>
            <a:lvl5pPr marL="1828800" indent="0">
              <a:buNone/>
              <a:defRPr sz="2800">
                <a:solidFill>
                  <a:schemeClr val="bg1"/>
                </a:solidFill>
              </a:defRPr>
            </a:lvl5pPr>
          </a:lstStyle>
          <a:p>
            <a:pPr lvl="0"/>
            <a:r>
              <a:rPr kumimoji="1" lang="ja-JP" altLang="en-US"/>
              <a:t>マスター テキストの書式設定</a:t>
            </a:r>
          </a:p>
        </p:txBody>
      </p:sp>
      <p:pic>
        <p:nvPicPr>
          <p:cNvPr id="6" name="図 5" descr="挿絵 が含まれている画像&#10;&#10;AI 生成コンテンツは誤りを含む可能性があります。">
            <a:extLst>
              <a:ext uri="{FF2B5EF4-FFF2-40B4-BE49-F238E27FC236}">
                <a16:creationId xmlns:a16="http://schemas.microsoft.com/office/drawing/2014/main" id="{728BA53B-4883-D09A-1BD0-BAC90B1630E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59232" y="121920"/>
            <a:ext cx="1330788" cy="485430"/>
          </a:xfrm>
          <a:prstGeom prst="rect">
            <a:avLst/>
          </a:prstGeom>
        </p:spPr>
      </p:pic>
    </p:spTree>
    <p:extLst>
      <p:ext uri="{BB962C8B-B14F-4D97-AF65-F5344CB8AC3E}">
        <p14:creationId xmlns:p14="http://schemas.microsoft.com/office/powerpoint/2010/main" val="1207364219"/>
      </p:ext>
    </p:extLst>
  </p:cSld>
  <p:clrMapOvr>
    <a:masterClrMapping/>
  </p:clrMapOvr>
  <p:extLst>
    <p:ext uri="{DCECCB84-F9BA-43D5-87BE-67443E8EF086}">
      <p15:sldGuideLst xmlns:p15="http://schemas.microsoft.com/office/powerpoint/2012/main">
        <p15:guide id="2" orient="horz" pos="2387">
          <p15:clr>
            <a:srgbClr val="FBAE40"/>
          </p15:clr>
        </p15:guide>
        <p15:guide id="3" orient="horz" pos="3974">
          <p15:clr>
            <a:srgbClr val="FBAE40"/>
          </p15:clr>
        </p15:guide>
        <p15:guide id="4" orient="horz" pos="799">
          <p15:clr>
            <a:srgbClr val="FBAE40"/>
          </p15:clr>
        </p15:guide>
        <p15:guide id="5" pos="4861">
          <p15:clr>
            <a:srgbClr val="FBAE40"/>
          </p15:clr>
        </p15:guide>
        <p15:guide id="6" pos="4997">
          <p15:clr>
            <a:srgbClr val="FBAE40"/>
          </p15:clr>
        </p15:guide>
        <p15:guide id="7" pos="7310">
          <p15:clr>
            <a:srgbClr val="FBAE40"/>
          </p15:clr>
        </p15:guide>
        <p15:guide id="8" pos="370">
          <p15:clr>
            <a:srgbClr val="FBAE40"/>
          </p15:clr>
        </p15:guide>
        <p15:guide id="9" pos="261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背景色あり：タイトルのみ">
    <p:spTree>
      <p:nvGrpSpPr>
        <p:cNvPr id="1" name=""/>
        <p:cNvGrpSpPr/>
        <p:nvPr/>
      </p:nvGrpSpPr>
      <p:grpSpPr>
        <a:xfrm>
          <a:off x="0" y="0"/>
          <a:ext cx="0" cy="0"/>
          <a:chOff x="0" y="0"/>
          <a:chExt cx="0" cy="0"/>
        </a:xfrm>
      </p:grpSpPr>
      <p:sp>
        <p:nvSpPr>
          <p:cNvPr id="3" name="タイトル 3">
            <a:extLst>
              <a:ext uri="{FF2B5EF4-FFF2-40B4-BE49-F238E27FC236}">
                <a16:creationId xmlns:a16="http://schemas.microsoft.com/office/drawing/2014/main" id="{37692E47-0CC4-85D5-F7DC-8B9E3C92182F}"/>
              </a:ext>
            </a:extLst>
          </p:cNvPr>
          <p:cNvSpPr>
            <a:spLocks noGrp="1"/>
          </p:cNvSpPr>
          <p:nvPr>
            <p:ph type="title"/>
          </p:nvPr>
        </p:nvSpPr>
        <p:spPr>
          <a:xfrm>
            <a:off x="338282" y="172973"/>
            <a:ext cx="9026435" cy="4801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noAutofit/>
          </a:bodyPr>
          <a:lstStyle>
            <a:lvl1pPr>
              <a:defRPr lang="ja-JP" altLang="en-US" sz="2800" b="1" baseline="0">
                <a:solidFill>
                  <a:schemeClr val="bg1"/>
                </a:solidFill>
                <a:latin typeface="Helvetica" panose="020B0604020202020204" pitchFamily="34" charset="0"/>
                <a:ea typeface="BIZ UDPゴシック" panose="020B0400000000000000" pitchFamily="50" charset="-128"/>
              </a:defRPr>
            </a:lvl1pPr>
          </a:lstStyle>
          <a:p>
            <a:pPr lvl="0"/>
            <a:r>
              <a:rPr kumimoji="1" lang="ja-JP" altLang="en-US" noProof="0"/>
              <a:t>マスター タイトルの書式設定</a:t>
            </a:r>
          </a:p>
        </p:txBody>
      </p:sp>
      <p:sp>
        <p:nvSpPr>
          <p:cNvPr id="2" name="スライド番号プレースホルダー 5">
            <a:extLst>
              <a:ext uri="{FF2B5EF4-FFF2-40B4-BE49-F238E27FC236}">
                <a16:creationId xmlns:a16="http://schemas.microsoft.com/office/drawing/2014/main" id="{CF99B862-37CE-4D8E-545E-3A0B6937B5F1}"/>
              </a:ext>
            </a:extLst>
          </p:cNvPr>
          <p:cNvSpPr txBox="1">
            <a:spLocks/>
          </p:cNvSpPr>
          <p:nvPr userDrawn="1"/>
        </p:nvSpPr>
        <p:spPr>
          <a:xfrm>
            <a:off x="11788041" y="6510540"/>
            <a:ext cx="403959" cy="365125"/>
          </a:xfrm>
          <a:prstGeom prst="rect">
            <a:avLst/>
          </a:prstGeom>
        </p:spPr>
        <p:txBody>
          <a:bodyPr vert="horz" wrap="square" lIns="91440" tIns="45720" rIns="91440" bIns="45720" rtlCol="0" anchor="ctr" anchorCtr="1">
            <a:noAutofit/>
          </a:bodyPr>
          <a:lstStyle>
            <a:defPPr>
              <a:defRPr lang="ja-JP"/>
            </a:defPPr>
            <a:lvl1pPr marL="0" algn="r" defTabSz="914400" rtl="0" eaLnBrk="1" latinLnBrk="0" hangingPunct="1">
              <a:defRPr kumimoji="1" sz="1200" kern="1200">
                <a:solidFill>
                  <a:schemeClr val="tx1">
                    <a:tint val="82000"/>
                  </a:schemeClr>
                </a:solidFill>
                <a:latin typeface="Helvetica" panose="020B0604020202020204" pitchFamily="34" charset="0"/>
                <a:ea typeface="BIZ UDPゴシック" panose="020B0400000000000000"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DD5ACCE-99FC-439C-B6F0-DA1395226501}" type="slidenum">
              <a:rPr lang="ja-JP" altLang="en-US" smtClean="0">
                <a:solidFill>
                  <a:schemeClr val="bg1"/>
                </a:solidFill>
              </a:rPr>
              <a:pPr/>
              <a:t>‹#›</a:t>
            </a:fld>
            <a:endParaRPr lang="ja-JP" altLang="en-US">
              <a:solidFill>
                <a:schemeClr val="bg1"/>
              </a:solidFill>
            </a:endParaRPr>
          </a:p>
        </p:txBody>
      </p:sp>
      <p:pic>
        <p:nvPicPr>
          <p:cNvPr id="4" name="図 3" descr="挿絵 が含まれている画像&#10;&#10;AI 生成コンテンツは誤りを含む可能性があります。">
            <a:extLst>
              <a:ext uri="{FF2B5EF4-FFF2-40B4-BE49-F238E27FC236}">
                <a16:creationId xmlns:a16="http://schemas.microsoft.com/office/drawing/2014/main" id="{0146DD13-B1F6-F42F-9A3A-C2C4B4FE18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59232" y="121920"/>
            <a:ext cx="1330788" cy="485430"/>
          </a:xfrm>
          <a:prstGeom prst="rect">
            <a:avLst/>
          </a:prstGeom>
        </p:spPr>
      </p:pic>
    </p:spTree>
    <p:extLst>
      <p:ext uri="{BB962C8B-B14F-4D97-AF65-F5344CB8AC3E}">
        <p14:creationId xmlns:p14="http://schemas.microsoft.com/office/powerpoint/2010/main" val="1255183949"/>
      </p:ext>
    </p:extLst>
  </p:cSld>
  <p:clrMapOvr>
    <a:masterClrMapping/>
  </p:clrMapOvr>
  <p:extLst>
    <p:ext uri="{DCECCB84-F9BA-43D5-87BE-67443E8EF086}">
      <p15:sldGuideLst xmlns:p15="http://schemas.microsoft.com/office/powerpoint/2012/main">
        <p15:guide id="2" orient="horz" pos="2387">
          <p15:clr>
            <a:srgbClr val="FBAE40"/>
          </p15:clr>
        </p15:guide>
        <p15:guide id="3" orient="horz" pos="3974">
          <p15:clr>
            <a:srgbClr val="FBAE40"/>
          </p15:clr>
        </p15:guide>
        <p15:guide id="4" orient="horz" pos="799">
          <p15:clr>
            <a:srgbClr val="FBAE40"/>
          </p15:clr>
        </p15:guide>
        <p15:guide id="5" pos="4861">
          <p15:clr>
            <a:srgbClr val="FBAE40"/>
          </p15:clr>
        </p15:guide>
        <p15:guide id="6" pos="4997">
          <p15:clr>
            <a:srgbClr val="FBAE40"/>
          </p15:clr>
        </p15:guide>
        <p15:guide id="7" pos="7310">
          <p15:clr>
            <a:srgbClr val="FBAE40"/>
          </p15:clr>
        </p15:guide>
        <p15:guide id="8" pos="370">
          <p15:clr>
            <a:srgbClr val="FBAE40"/>
          </p15:clr>
        </p15:guide>
        <p15:guide id="9" pos="2615">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背景色あり：ロゴページ">
    <p:spTree>
      <p:nvGrpSpPr>
        <p:cNvPr id="1" name=""/>
        <p:cNvGrpSpPr/>
        <p:nvPr/>
      </p:nvGrpSpPr>
      <p:grpSpPr>
        <a:xfrm>
          <a:off x="0" y="0"/>
          <a:ext cx="0" cy="0"/>
          <a:chOff x="0" y="0"/>
          <a:chExt cx="0" cy="0"/>
        </a:xfrm>
      </p:grpSpPr>
      <p:pic>
        <p:nvPicPr>
          <p:cNvPr id="3" name="図 2" descr="挿絵 が含まれている画像&#10;&#10;AI 生成コンテンツは誤りを含む可能性があります。">
            <a:extLst>
              <a:ext uri="{FF2B5EF4-FFF2-40B4-BE49-F238E27FC236}">
                <a16:creationId xmlns:a16="http://schemas.microsoft.com/office/drawing/2014/main" id="{1C2FEF63-4624-3003-A005-3E58C6016EB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00577" y="3065901"/>
            <a:ext cx="1990846" cy="726198"/>
          </a:xfrm>
          <a:prstGeom prst="rect">
            <a:avLst/>
          </a:prstGeom>
        </p:spPr>
      </p:pic>
      <p:sp>
        <p:nvSpPr>
          <p:cNvPr id="5" name="スライド番号プレースホルダー 5">
            <a:extLst>
              <a:ext uri="{FF2B5EF4-FFF2-40B4-BE49-F238E27FC236}">
                <a16:creationId xmlns:a16="http://schemas.microsoft.com/office/drawing/2014/main" id="{A643B291-1603-447D-4BE3-409266B4DB77}"/>
              </a:ext>
            </a:extLst>
          </p:cNvPr>
          <p:cNvSpPr txBox="1">
            <a:spLocks/>
          </p:cNvSpPr>
          <p:nvPr userDrawn="1"/>
        </p:nvSpPr>
        <p:spPr>
          <a:xfrm>
            <a:off x="11788041" y="6510540"/>
            <a:ext cx="403959" cy="365125"/>
          </a:xfrm>
          <a:prstGeom prst="rect">
            <a:avLst/>
          </a:prstGeom>
        </p:spPr>
        <p:txBody>
          <a:bodyPr vert="horz" wrap="square" lIns="91440" tIns="45720" rIns="91440" bIns="45720" rtlCol="0" anchor="ctr" anchorCtr="1">
            <a:noAutofit/>
          </a:bodyPr>
          <a:lstStyle>
            <a:defPPr>
              <a:defRPr lang="ja-JP"/>
            </a:defPPr>
            <a:lvl1pPr marL="0" algn="r" defTabSz="914400" rtl="0" eaLnBrk="1" latinLnBrk="0" hangingPunct="1">
              <a:defRPr kumimoji="1" sz="1200" kern="1200">
                <a:solidFill>
                  <a:schemeClr val="tx1">
                    <a:tint val="82000"/>
                  </a:schemeClr>
                </a:solidFill>
                <a:latin typeface="Helvetica" panose="020B0604020202020204" pitchFamily="34" charset="0"/>
                <a:ea typeface="BIZ UDPゴシック" panose="020B0400000000000000"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DD5ACCE-99FC-439C-B6F0-DA1395226501}" type="slidenum">
              <a:rPr lang="ja-JP" altLang="en-US" smtClean="0">
                <a:solidFill>
                  <a:schemeClr val="bg1"/>
                </a:solidFill>
              </a:rPr>
              <a:pPr/>
              <a:t>‹#›</a:t>
            </a:fld>
            <a:endParaRPr lang="ja-JP" altLang="en-US">
              <a:solidFill>
                <a:schemeClr val="bg1"/>
              </a:solidFill>
            </a:endParaRPr>
          </a:p>
        </p:txBody>
      </p:sp>
    </p:spTree>
    <p:extLst>
      <p:ext uri="{BB962C8B-B14F-4D97-AF65-F5344CB8AC3E}">
        <p14:creationId xmlns:p14="http://schemas.microsoft.com/office/powerpoint/2010/main" val="2795399320"/>
      </p:ext>
    </p:extLst>
  </p:cSld>
  <p:clrMapOvr>
    <a:masterClrMapping/>
  </p:clrMapOvr>
  <p:extLst>
    <p:ext uri="{DCECCB84-F9BA-43D5-87BE-67443E8EF086}">
      <p15:sldGuideLst xmlns:p15="http://schemas.microsoft.com/office/powerpoint/2012/main">
        <p15:guide id="2" orient="horz" pos="2387">
          <p15:clr>
            <a:srgbClr val="FBAE40"/>
          </p15:clr>
        </p15:guide>
        <p15:guide id="3" orient="horz" pos="3974">
          <p15:clr>
            <a:srgbClr val="FBAE40"/>
          </p15:clr>
        </p15:guide>
        <p15:guide id="4" orient="horz" pos="799">
          <p15:clr>
            <a:srgbClr val="FBAE40"/>
          </p15:clr>
        </p15:guide>
        <p15:guide id="5" pos="4861">
          <p15:clr>
            <a:srgbClr val="FBAE40"/>
          </p15:clr>
        </p15:guide>
        <p15:guide id="6" pos="4997">
          <p15:clr>
            <a:srgbClr val="FBAE40"/>
          </p15:clr>
        </p15:guide>
        <p15:guide id="7" pos="7310">
          <p15:clr>
            <a:srgbClr val="FBAE40"/>
          </p15:clr>
        </p15:guide>
        <p15:guide id="8" pos="370">
          <p15:clr>
            <a:srgbClr val="FBAE40"/>
          </p15:clr>
        </p15:guide>
        <p15:guide id="9" pos="2615">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図 3" descr="ロゴ&#10;&#10;AI 生成コンテンツは誤りを含む可能性があります。">
            <a:extLst>
              <a:ext uri="{FF2B5EF4-FFF2-40B4-BE49-F238E27FC236}">
                <a16:creationId xmlns:a16="http://schemas.microsoft.com/office/drawing/2014/main" id="{5FB4CBCB-55AF-D6C0-9750-8F448D7ED434}"/>
              </a:ext>
            </a:extLst>
          </p:cNvPr>
          <p:cNvPicPr>
            <a:picLocks noChangeAspect="1"/>
          </p:cNvPicPr>
          <p:nvPr userDrawn="1"/>
        </p:nvPicPr>
        <p:blipFill>
          <a:blip r:embed="rId24">
            <a:extLst>
              <a:ext uri="{28A0092B-C50C-407E-A947-70E740481C1C}">
                <a14:useLocalDpi xmlns:a14="http://schemas.microsoft.com/office/drawing/2010/main" val="0"/>
              </a:ext>
            </a:extLst>
          </a:blip>
          <a:stretch>
            <a:fillRect/>
          </a:stretch>
        </p:blipFill>
        <p:spPr>
          <a:xfrm>
            <a:off x="10581066" y="152423"/>
            <a:ext cx="1317642" cy="480635"/>
          </a:xfrm>
          <a:prstGeom prst="rect">
            <a:avLst/>
          </a:prstGeom>
        </p:spPr>
      </p:pic>
      <p:sp>
        <p:nvSpPr>
          <p:cNvPr id="2" name="Rectangle 6">
            <a:extLst>
              <a:ext uri="{FF2B5EF4-FFF2-40B4-BE49-F238E27FC236}">
                <a16:creationId xmlns:a16="http://schemas.microsoft.com/office/drawing/2014/main" id="{5048DF04-FC43-967E-BF76-DF9E03F075A4}"/>
              </a:ext>
            </a:extLst>
          </p:cNvPr>
          <p:cNvSpPr>
            <a:spLocks noChangeArrowheads="1"/>
          </p:cNvSpPr>
          <p:nvPr userDrawn="1"/>
        </p:nvSpPr>
        <p:spPr bwMode="gray">
          <a:xfrm>
            <a:off x="312081" y="6612079"/>
            <a:ext cx="1798369" cy="169919"/>
          </a:xfrm>
          <a:prstGeom prst="rect">
            <a:avLst/>
          </a:prstGeom>
          <a:noFill/>
          <a:ln>
            <a:noFill/>
          </a:ln>
        </p:spPr>
        <p:txBody>
          <a:bodyPr wrap="square" lIns="90000" tIns="46800" rIns="90000" bIns="46800" anchor="ctr">
            <a:spAutoFit/>
          </a:bodyPr>
          <a:lstStyle>
            <a:lvl1pPr eaLnBrk="0" hangingPunct="0">
              <a:defRPr kumimoji="1" sz="1000">
                <a:solidFill>
                  <a:schemeClr val="tx1"/>
                </a:solidFill>
                <a:latin typeface="HGS創英角ｺﾞｼｯｸUB" pitchFamily="50" charset="-128"/>
                <a:ea typeface="HGS創英角ｺﾞｼｯｸUB" pitchFamily="50" charset="-128"/>
              </a:defRPr>
            </a:lvl1pPr>
            <a:lvl2pPr marL="742950" indent="-285750" eaLnBrk="0" hangingPunct="0">
              <a:defRPr kumimoji="1" sz="1000">
                <a:solidFill>
                  <a:schemeClr val="tx1"/>
                </a:solidFill>
                <a:latin typeface="HGS創英角ｺﾞｼｯｸUB" pitchFamily="50" charset="-128"/>
                <a:ea typeface="HGS創英角ｺﾞｼｯｸUB" pitchFamily="50" charset="-128"/>
              </a:defRPr>
            </a:lvl2pPr>
            <a:lvl3pPr marL="1143000" indent="-228600" eaLnBrk="0" hangingPunct="0">
              <a:defRPr kumimoji="1" sz="1000">
                <a:solidFill>
                  <a:schemeClr val="tx1"/>
                </a:solidFill>
                <a:latin typeface="HGS創英角ｺﾞｼｯｸUB" pitchFamily="50" charset="-128"/>
                <a:ea typeface="HGS創英角ｺﾞｼｯｸUB" pitchFamily="50" charset="-128"/>
              </a:defRPr>
            </a:lvl3pPr>
            <a:lvl4pPr marL="1600200" indent="-228600" eaLnBrk="0" hangingPunct="0">
              <a:defRPr kumimoji="1" sz="1000">
                <a:solidFill>
                  <a:schemeClr val="tx1"/>
                </a:solidFill>
                <a:latin typeface="HGS創英角ｺﾞｼｯｸUB" pitchFamily="50" charset="-128"/>
                <a:ea typeface="HGS創英角ｺﾞｼｯｸUB" pitchFamily="50" charset="-128"/>
              </a:defRPr>
            </a:lvl4pPr>
            <a:lvl5pPr marL="2057400" indent="-228600" eaLnBrk="0" hangingPunct="0">
              <a:defRPr kumimoji="1" sz="1000">
                <a:solidFill>
                  <a:schemeClr val="tx1"/>
                </a:solidFill>
                <a:latin typeface="HGS創英角ｺﾞｼｯｸUB" pitchFamily="50" charset="-128"/>
                <a:ea typeface="HGS創英角ｺﾞｼｯｸUB"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9pPr>
          </a:lstStyle>
          <a:p>
            <a:pPr eaLnBrk="1" hangingPunct="1">
              <a:lnSpc>
                <a:spcPct val="70000"/>
              </a:lnSpc>
              <a:spcBef>
                <a:spcPct val="20000"/>
              </a:spcBef>
              <a:defRPr/>
            </a:pPr>
            <a:r>
              <a:rPr lang="en-US" altLang="ja-JP" sz="700" b="1">
                <a:solidFill>
                  <a:srgbClr val="525252"/>
                </a:solidFill>
                <a:latin typeface="BIZ UDPゴシック" panose="020B0400000000000000" pitchFamily="50" charset="-128"/>
                <a:ea typeface="BIZ UDPゴシック" panose="020B0400000000000000" pitchFamily="50" charset="-128"/>
                <a:cs typeface="Arial" panose="020B0604020202020204" pitchFamily="34" charset="0"/>
              </a:rPr>
              <a:t>© INTLOOP</a:t>
            </a:r>
            <a:r>
              <a:rPr lang="ja-JP" altLang="en-US" sz="700" b="1">
                <a:solidFill>
                  <a:srgbClr val="525252"/>
                </a:solidFill>
                <a:latin typeface="BIZ UDPゴシック" panose="020B0400000000000000" pitchFamily="50" charset="-128"/>
                <a:ea typeface="BIZ UDPゴシック" panose="020B0400000000000000" pitchFamily="50" charset="-128"/>
                <a:cs typeface="Arial" panose="020B0604020202020204" pitchFamily="34" charset="0"/>
              </a:rPr>
              <a:t>　</a:t>
            </a:r>
            <a:r>
              <a:rPr lang="en-US" altLang="ja-JP" sz="700" b="1">
                <a:solidFill>
                  <a:srgbClr val="525252"/>
                </a:solidFill>
                <a:latin typeface="BIZ UDPゴシック" panose="020B0400000000000000" pitchFamily="50" charset="-128"/>
                <a:ea typeface="BIZ UDPゴシック" panose="020B0400000000000000" pitchFamily="50" charset="-128"/>
                <a:cs typeface="Arial" panose="020B0604020202020204" pitchFamily="34" charset="0"/>
              </a:rPr>
              <a:t>Inc.</a:t>
            </a:r>
          </a:p>
        </p:txBody>
      </p:sp>
      <p:sp>
        <p:nvSpPr>
          <p:cNvPr id="3" name="スライド番号プレースホルダー 5">
            <a:extLst>
              <a:ext uri="{FF2B5EF4-FFF2-40B4-BE49-F238E27FC236}">
                <a16:creationId xmlns:a16="http://schemas.microsoft.com/office/drawing/2014/main" id="{CE75800C-41F5-8481-8CBB-2551DEE720BE}"/>
              </a:ext>
            </a:extLst>
          </p:cNvPr>
          <p:cNvSpPr>
            <a:spLocks noGrp="1"/>
          </p:cNvSpPr>
          <p:nvPr>
            <p:ph type="sldNum" sz="quarter" idx="4"/>
          </p:nvPr>
        </p:nvSpPr>
        <p:spPr>
          <a:xfrm>
            <a:off x="11805645" y="6589732"/>
            <a:ext cx="309700" cy="215443"/>
          </a:xfrm>
          <a:prstGeom prst="rect">
            <a:avLst/>
          </a:prstGeom>
        </p:spPr>
        <p:txBody>
          <a:bodyPr vert="horz" wrap="square" lIns="36000" tIns="36000" rIns="36000" bIns="36000" rtlCol="0" anchor="ctr" anchorCtr="1">
            <a:noAutofit/>
          </a:bodyPr>
          <a:lstStyle>
            <a:lvl1pPr algn="r">
              <a:defRPr sz="1200">
                <a:solidFill>
                  <a:srgbClr val="525252"/>
                </a:solidFill>
                <a:latin typeface="Helvetica" panose="020B0604020202020204" pitchFamily="34" charset="0"/>
                <a:ea typeface="BIZ UDPゴシック" panose="020B0400000000000000" pitchFamily="50" charset="-128"/>
              </a:defRPr>
            </a:lvl1pPr>
          </a:lstStyle>
          <a:p>
            <a:fld id="{C6356EEB-57AD-43A5-BE13-C1C13C23E016}" type="slidenum">
              <a:rPr lang="ja-JP" altLang="en-US" smtClean="0"/>
              <a:pPr/>
              <a:t>‹#›</a:t>
            </a:fld>
            <a:endParaRPr lang="ja-JP" altLang="en-US"/>
          </a:p>
        </p:txBody>
      </p:sp>
    </p:spTree>
    <p:extLst>
      <p:ext uri="{BB962C8B-B14F-4D97-AF65-F5344CB8AC3E}">
        <p14:creationId xmlns:p14="http://schemas.microsoft.com/office/powerpoint/2010/main" val="924482905"/>
      </p:ext>
    </p:extLst>
  </p:cSld>
  <p:clrMap bg1="lt1" tx1="dk1" bg2="lt2" tx2="dk2" accent1="accent1" accent2="accent2" accent3="accent3" accent4="accent4" accent5="accent5" accent6="accent6" hlink="hlink" folHlink="folHlink"/>
  <p:sldLayoutIdLst>
    <p:sldLayoutId id="2147483681" r:id="rId1"/>
    <p:sldLayoutId id="2147483677" r:id="rId2"/>
    <p:sldLayoutId id="2147483678" r:id="rId3"/>
    <p:sldLayoutId id="2147483660" r:id="rId4"/>
    <p:sldLayoutId id="2147483703" r:id="rId5"/>
    <p:sldLayoutId id="2147483702" r:id="rId6"/>
    <p:sldLayoutId id="2147483669" r:id="rId7"/>
    <p:sldLayoutId id="2147483689" r:id="rId8"/>
    <p:sldLayoutId id="2147483694" r:id="rId9"/>
    <p:sldLayoutId id="2147483695" r:id="rId10"/>
    <p:sldLayoutId id="2147483688" r:id="rId11"/>
    <p:sldLayoutId id="2147483691" r:id="rId12"/>
    <p:sldLayoutId id="2147483696" r:id="rId13"/>
    <p:sldLayoutId id="2147483692" r:id="rId14"/>
    <p:sldLayoutId id="2147483693" r:id="rId15"/>
    <p:sldLayoutId id="2147483649" r:id="rId16"/>
    <p:sldLayoutId id="2147483670" r:id="rId17"/>
    <p:sldLayoutId id="2147483671" r:id="rId18"/>
    <p:sldLayoutId id="2147483701" r:id="rId19"/>
    <p:sldLayoutId id="2147483673" r:id="rId20"/>
    <p:sldLayoutId id="2147483700" r:id="rId21"/>
    <p:sldLayoutId id="2147483680" r:id="rId22"/>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a:gsLst>
            <a:gs pos="100000">
              <a:srgbClr val="033865"/>
            </a:gs>
            <a:gs pos="0">
              <a:srgbClr val="0086C5"/>
            </a:gs>
          </a:gsLst>
          <a:lin ang="7200000" scaled="0"/>
        </a:gradFill>
        <a:effectLst/>
      </p:bgPr>
    </p:bg>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5048DF04-FC43-967E-BF76-DF9E03F075A4}"/>
              </a:ext>
            </a:extLst>
          </p:cNvPr>
          <p:cNvSpPr>
            <a:spLocks noChangeArrowheads="1"/>
          </p:cNvSpPr>
          <p:nvPr userDrawn="1"/>
        </p:nvSpPr>
        <p:spPr bwMode="gray">
          <a:xfrm>
            <a:off x="133405" y="6548755"/>
            <a:ext cx="1798369" cy="191464"/>
          </a:xfrm>
          <a:prstGeom prst="rect">
            <a:avLst/>
          </a:prstGeom>
          <a:noFill/>
          <a:ln>
            <a:noFill/>
          </a:ln>
        </p:spPr>
        <p:txBody>
          <a:bodyPr wrap="square" lIns="90000" tIns="46800" rIns="90000" bIns="46800" anchor="ctr">
            <a:spAutoFit/>
          </a:bodyPr>
          <a:lstStyle>
            <a:lvl1pPr eaLnBrk="0" hangingPunct="0">
              <a:defRPr kumimoji="1" sz="1000">
                <a:solidFill>
                  <a:schemeClr val="tx1"/>
                </a:solidFill>
                <a:latin typeface="HGS創英角ｺﾞｼｯｸUB" pitchFamily="50" charset="-128"/>
                <a:ea typeface="HGS創英角ｺﾞｼｯｸUB" pitchFamily="50" charset="-128"/>
              </a:defRPr>
            </a:lvl1pPr>
            <a:lvl2pPr marL="742950" indent="-285750" eaLnBrk="0" hangingPunct="0">
              <a:defRPr kumimoji="1" sz="1000">
                <a:solidFill>
                  <a:schemeClr val="tx1"/>
                </a:solidFill>
                <a:latin typeface="HGS創英角ｺﾞｼｯｸUB" pitchFamily="50" charset="-128"/>
                <a:ea typeface="HGS創英角ｺﾞｼｯｸUB" pitchFamily="50" charset="-128"/>
              </a:defRPr>
            </a:lvl2pPr>
            <a:lvl3pPr marL="1143000" indent="-228600" eaLnBrk="0" hangingPunct="0">
              <a:defRPr kumimoji="1" sz="1000">
                <a:solidFill>
                  <a:schemeClr val="tx1"/>
                </a:solidFill>
                <a:latin typeface="HGS創英角ｺﾞｼｯｸUB" pitchFamily="50" charset="-128"/>
                <a:ea typeface="HGS創英角ｺﾞｼｯｸUB" pitchFamily="50" charset="-128"/>
              </a:defRPr>
            </a:lvl3pPr>
            <a:lvl4pPr marL="1600200" indent="-228600" eaLnBrk="0" hangingPunct="0">
              <a:defRPr kumimoji="1" sz="1000">
                <a:solidFill>
                  <a:schemeClr val="tx1"/>
                </a:solidFill>
                <a:latin typeface="HGS創英角ｺﾞｼｯｸUB" pitchFamily="50" charset="-128"/>
                <a:ea typeface="HGS創英角ｺﾞｼｯｸUB" pitchFamily="50" charset="-128"/>
              </a:defRPr>
            </a:lvl4pPr>
            <a:lvl5pPr marL="2057400" indent="-228600" eaLnBrk="0" hangingPunct="0">
              <a:defRPr kumimoji="1" sz="1000">
                <a:solidFill>
                  <a:schemeClr val="tx1"/>
                </a:solidFill>
                <a:latin typeface="HGS創英角ｺﾞｼｯｸUB" pitchFamily="50" charset="-128"/>
                <a:ea typeface="HGS創英角ｺﾞｼｯｸUB"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9pPr>
          </a:lstStyle>
          <a:p>
            <a:pPr eaLnBrk="1" hangingPunct="1">
              <a:lnSpc>
                <a:spcPct val="70000"/>
              </a:lnSpc>
              <a:spcBef>
                <a:spcPct val="20000"/>
              </a:spcBef>
              <a:defRPr/>
            </a:pPr>
            <a:r>
              <a:rPr lang="en-US" altLang="ja-JP" sz="900" b="1">
                <a:solidFill>
                  <a:schemeClr val="bg1"/>
                </a:solidFill>
                <a:latin typeface="BIZ UDPゴシック" panose="020B0400000000000000" pitchFamily="50" charset="-128"/>
                <a:ea typeface="BIZ UDPゴシック" panose="020B0400000000000000" pitchFamily="50" charset="-128"/>
                <a:cs typeface="Arial" panose="020B0604020202020204" pitchFamily="34" charset="0"/>
              </a:rPr>
              <a:t>© INTLOOP</a:t>
            </a:r>
            <a:r>
              <a:rPr lang="ja-JP" altLang="en-US" sz="900" b="1">
                <a:solidFill>
                  <a:schemeClr val="bg1"/>
                </a:solidFill>
                <a:latin typeface="BIZ UDPゴシック" panose="020B0400000000000000" pitchFamily="50" charset="-128"/>
                <a:ea typeface="BIZ UDPゴシック" panose="020B0400000000000000" pitchFamily="50" charset="-128"/>
                <a:cs typeface="Arial" panose="020B0604020202020204" pitchFamily="34" charset="0"/>
              </a:rPr>
              <a:t>　</a:t>
            </a:r>
            <a:r>
              <a:rPr lang="en-US" altLang="ja-JP" sz="900" b="1">
                <a:solidFill>
                  <a:schemeClr val="bg1"/>
                </a:solidFill>
                <a:latin typeface="BIZ UDPゴシック" panose="020B0400000000000000" pitchFamily="50" charset="-128"/>
                <a:ea typeface="BIZ UDPゴシック" panose="020B0400000000000000" pitchFamily="50" charset="-128"/>
                <a:cs typeface="Arial" panose="020B0604020202020204" pitchFamily="34" charset="0"/>
              </a:rPr>
              <a:t>Inc.</a:t>
            </a:r>
          </a:p>
        </p:txBody>
      </p:sp>
    </p:spTree>
    <p:extLst>
      <p:ext uri="{BB962C8B-B14F-4D97-AF65-F5344CB8AC3E}">
        <p14:creationId xmlns:p14="http://schemas.microsoft.com/office/powerpoint/2010/main" val="4272950302"/>
      </p:ext>
    </p:extLst>
  </p:cSld>
  <p:clrMap bg1="lt1" tx1="dk1" bg2="lt2" tx2="dk2" accent1="accent1" accent2="accent2" accent3="accent3" accent4="accent4" accent5="accent5" accent6="accent6" hlink="hlink" folHlink="folHlink"/>
  <p:sldLayoutIdLst>
    <p:sldLayoutId id="2147483704" r:id="rId1"/>
    <p:sldLayoutId id="2147483699" r:id="rId2"/>
    <p:sldLayoutId id="2147483698" r:id="rId3"/>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6" Type="http://schemas.openxmlformats.org/officeDocument/2006/relationships/image" Target="../media/image28.svg"/><Relationship Id="rId21" Type="http://schemas.openxmlformats.org/officeDocument/2006/relationships/image" Target="../media/image23.png"/><Relationship Id="rId42" Type="http://schemas.openxmlformats.org/officeDocument/2006/relationships/image" Target="../media/image44.svg"/><Relationship Id="rId47" Type="http://schemas.openxmlformats.org/officeDocument/2006/relationships/image" Target="../media/image49.png"/><Relationship Id="rId63" Type="http://schemas.openxmlformats.org/officeDocument/2006/relationships/image" Target="../media/image65.png"/><Relationship Id="rId68" Type="http://schemas.openxmlformats.org/officeDocument/2006/relationships/image" Target="../media/image70.svg"/><Relationship Id="rId84" Type="http://schemas.openxmlformats.org/officeDocument/2006/relationships/image" Target="../media/image86.svg"/><Relationship Id="rId89" Type="http://schemas.openxmlformats.org/officeDocument/2006/relationships/image" Target="../media/image91.png"/><Relationship Id="rId112" Type="http://schemas.openxmlformats.org/officeDocument/2006/relationships/image" Target="../media/image114.svg"/><Relationship Id="rId16" Type="http://schemas.openxmlformats.org/officeDocument/2006/relationships/image" Target="../media/image18.svg"/><Relationship Id="rId107" Type="http://schemas.openxmlformats.org/officeDocument/2006/relationships/image" Target="../media/image109.png"/><Relationship Id="rId11" Type="http://schemas.openxmlformats.org/officeDocument/2006/relationships/image" Target="../media/image13.png"/><Relationship Id="rId32" Type="http://schemas.openxmlformats.org/officeDocument/2006/relationships/image" Target="../media/image34.svg"/><Relationship Id="rId37" Type="http://schemas.openxmlformats.org/officeDocument/2006/relationships/image" Target="../media/image39.png"/><Relationship Id="rId53" Type="http://schemas.openxmlformats.org/officeDocument/2006/relationships/image" Target="../media/image55.png"/><Relationship Id="rId58" Type="http://schemas.openxmlformats.org/officeDocument/2006/relationships/image" Target="../media/image60.svg"/><Relationship Id="rId74" Type="http://schemas.openxmlformats.org/officeDocument/2006/relationships/image" Target="../media/image76.svg"/><Relationship Id="rId79" Type="http://schemas.openxmlformats.org/officeDocument/2006/relationships/image" Target="../media/image81.png"/><Relationship Id="rId102" Type="http://schemas.openxmlformats.org/officeDocument/2006/relationships/image" Target="../media/image104.svg"/><Relationship Id="rId5" Type="http://schemas.openxmlformats.org/officeDocument/2006/relationships/image" Target="../media/image7.png"/><Relationship Id="rId90" Type="http://schemas.openxmlformats.org/officeDocument/2006/relationships/image" Target="../media/image92.svg"/><Relationship Id="rId95" Type="http://schemas.openxmlformats.org/officeDocument/2006/relationships/image" Target="../media/image97.png"/><Relationship Id="rId22" Type="http://schemas.openxmlformats.org/officeDocument/2006/relationships/image" Target="../media/image24.svg"/><Relationship Id="rId27" Type="http://schemas.openxmlformats.org/officeDocument/2006/relationships/image" Target="../media/image29.png"/><Relationship Id="rId43" Type="http://schemas.openxmlformats.org/officeDocument/2006/relationships/image" Target="../media/image45.png"/><Relationship Id="rId48" Type="http://schemas.openxmlformats.org/officeDocument/2006/relationships/image" Target="../media/image50.svg"/><Relationship Id="rId64" Type="http://schemas.openxmlformats.org/officeDocument/2006/relationships/image" Target="../media/image66.svg"/><Relationship Id="rId69" Type="http://schemas.openxmlformats.org/officeDocument/2006/relationships/image" Target="../media/image71.png"/><Relationship Id="rId113" Type="http://schemas.openxmlformats.org/officeDocument/2006/relationships/image" Target="../media/image115.png"/><Relationship Id="rId80" Type="http://schemas.openxmlformats.org/officeDocument/2006/relationships/image" Target="../media/image82.svg"/><Relationship Id="rId85" Type="http://schemas.openxmlformats.org/officeDocument/2006/relationships/image" Target="../media/image87.png"/><Relationship Id="rId12" Type="http://schemas.openxmlformats.org/officeDocument/2006/relationships/image" Target="../media/image14.svg"/><Relationship Id="rId17" Type="http://schemas.openxmlformats.org/officeDocument/2006/relationships/image" Target="../media/image19.png"/><Relationship Id="rId33" Type="http://schemas.openxmlformats.org/officeDocument/2006/relationships/image" Target="../media/image35.png"/><Relationship Id="rId38" Type="http://schemas.openxmlformats.org/officeDocument/2006/relationships/image" Target="../media/image40.svg"/><Relationship Id="rId59" Type="http://schemas.openxmlformats.org/officeDocument/2006/relationships/image" Target="../media/image61.png"/><Relationship Id="rId103" Type="http://schemas.openxmlformats.org/officeDocument/2006/relationships/image" Target="../media/image105.png"/><Relationship Id="rId108" Type="http://schemas.openxmlformats.org/officeDocument/2006/relationships/image" Target="../media/image110.svg"/><Relationship Id="rId54" Type="http://schemas.openxmlformats.org/officeDocument/2006/relationships/image" Target="../media/image56.svg"/><Relationship Id="rId70" Type="http://schemas.openxmlformats.org/officeDocument/2006/relationships/image" Target="../media/image72.svg"/><Relationship Id="rId75" Type="http://schemas.openxmlformats.org/officeDocument/2006/relationships/image" Target="../media/image77.png"/><Relationship Id="rId91" Type="http://schemas.openxmlformats.org/officeDocument/2006/relationships/image" Target="../media/image93.png"/><Relationship Id="rId96" Type="http://schemas.openxmlformats.org/officeDocument/2006/relationships/image" Target="../media/image98.svg"/><Relationship Id="rId1" Type="http://schemas.openxmlformats.org/officeDocument/2006/relationships/slideLayout" Target="../slideLayouts/slideLayout4.xml"/><Relationship Id="rId6" Type="http://schemas.openxmlformats.org/officeDocument/2006/relationships/image" Target="../media/image8.svg"/><Relationship Id="rId15" Type="http://schemas.openxmlformats.org/officeDocument/2006/relationships/image" Target="../media/image17.png"/><Relationship Id="rId23" Type="http://schemas.openxmlformats.org/officeDocument/2006/relationships/image" Target="../media/image25.png"/><Relationship Id="rId28" Type="http://schemas.openxmlformats.org/officeDocument/2006/relationships/image" Target="../media/image30.svg"/><Relationship Id="rId36" Type="http://schemas.openxmlformats.org/officeDocument/2006/relationships/image" Target="../media/image38.svg"/><Relationship Id="rId49" Type="http://schemas.openxmlformats.org/officeDocument/2006/relationships/image" Target="../media/image51.png"/><Relationship Id="rId57" Type="http://schemas.openxmlformats.org/officeDocument/2006/relationships/image" Target="../media/image59.png"/><Relationship Id="rId106" Type="http://schemas.openxmlformats.org/officeDocument/2006/relationships/image" Target="../media/image108.svg"/><Relationship Id="rId114" Type="http://schemas.openxmlformats.org/officeDocument/2006/relationships/image" Target="../media/image116.svg"/><Relationship Id="rId10" Type="http://schemas.openxmlformats.org/officeDocument/2006/relationships/image" Target="../media/image12.svg"/><Relationship Id="rId31" Type="http://schemas.openxmlformats.org/officeDocument/2006/relationships/image" Target="../media/image33.png"/><Relationship Id="rId44" Type="http://schemas.openxmlformats.org/officeDocument/2006/relationships/image" Target="../media/image46.svg"/><Relationship Id="rId52" Type="http://schemas.openxmlformats.org/officeDocument/2006/relationships/image" Target="../media/image54.svg"/><Relationship Id="rId60" Type="http://schemas.openxmlformats.org/officeDocument/2006/relationships/image" Target="../media/image62.svg"/><Relationship Id="rId65" Type="http://schemas.openxmlformats.org/officeDocument/2006/relationships/image" Target="../media/image67.png"/><Relationship Id="rId73" Type="http://schemas.openxmlformats.org/officeDocument/2006/relationships/image" Target="../media/image75.png"/><Relationship Id="rId78" Type="http://schemas.openxmlformats.org/officeDocument/2006/relationships/image" Target="../media/image80.svg"/><Relationship Id="rId81" Type="http://schemas.openxmlformats.org/officeDocument/2006/relationships/image" Target="../media/image83.png"/><Relationship Id="rId86" Type="http://schemas.openxmlformats.org/officeDocument/2006/relationships/image" Target="../media/image88.svg"/><Relationship Id="rId94" Type="http://schemas.openxmlformats.org/officeDocument/2006/relationships/image" Target="../media/image96.svg"/><Relationship Id="rId99" Type="http://schemas.openxmlformats.org/officeDocument/2006/relationships/image" Target="../media/image101.png"/><Relationship Id="rId101" Type="http://schemas.openxmlformats.org/officeDocument/2006/relationships/image" Target="../media/image103.png"/><Relationship Id="rId4" Type="http://schemas.openxmlformats.org/officeDocument/2006/relationships/image" Target="../media/image6.svg"/><Relationship Id="rId9" Type="http://schemas.openxmlformats.org/officeDocument/2006/relationships/image" Target="../media/image11.png"/><Relationship Id="rId13" Type="http://schemas.openxmlformats.org/officeDocument/2006/relationships/image" Target="../media/image15.png"/><Relationship Id="rId18" Type="http://schemas.openxmlformats.org/officeDocument/2006/relationships/image" Target="../media/image20.svg"/><Relationship Id="rId39" Type="http://schemas.openxmlformats.org/officeDocument/2006/relationships/image" Target="../media/image41.png"/><Relationship Id="rId109" Type="http://schemas.openxmlformats.org/officeDocument/2006/relationships/image" Target="../media/image111.png"/><Relationship Id="rId34" Type="http://schemas.openxmlformats.org/officeDocument/2006/relationships/image" Target="../media/image36.svg"/><Relationship Id="rId50" Type="http://schemas.openxmlformats.org/officeDocument/2006/relationships/image" Target="../media/image52.svg"/><Relationship Id="rId55" Type="http://schemas.openxmlformats.org/officeDocument/2006/relationships/image" Target="../media/image57.png"/><Relationship Id="rId76" Type="http://schemas.openxmlformats.org/officeDocument/2006/relationships/image" Target="../media/image78.svg"/><Relationship Id="rId97" Type="http://schemas.openxmlformats.org/officeDocument/2006/relationships/image" Target="../media/image99.png"/><Relationship Id="rId104" Type="http://schemas.openxmlformats.org/officeDocument/2006/relationships/image" Target="../media/image106.svg"/><Relationship Id="rId7" Type="http://schemas.openxmlformats.org/officeDocument/2006/relationships/image" Target="../media/image9.png"/><Relationship Id="rId71" Type="http://schemas.openxmlformats.org/officeDocument/2006/relationships/image" Target="../media/image73.png"/><Relationship Id="rId92" Type="http://schemas.openxmlformats.org/officeDocument/2006/relationships/image" Target="../media/image94.svg"/><Relationship Id="rId2" Type="http://schemas.openxmlformats.org/officeDocument/2006/relationships/notesSlide" Target="../notesSlides/notesSlide6.xml"/><Relationship Id="rId29" Type="http://schemas.openxmlformats.org/officeDocument/2006/relationships/image" Target="../media/image31.png"/><Relationship Id="rId24" Type="http://schemas.openxmlformats.org/officeDocument/2006/relationships/image" Target="../media/image26.svg"/><Relationship Id="rId40" Type="http://schemas.openxmlformats.org/officeDocument/2006/relationships/image" Target="../media/image42.svg"/><Relationship Id="rId45" Type="http://schemas.openxmlformats.org/officeDocument/2006/relationships/image" Target="../media/image47.png"/><Relationship Id="rId66" Type="http://schemas.openxmlformats.org/officeDocument/2006/relationships/image" Target="../media/image68.svg"/><Relationship Id="rId87" Type="http://schemas.openxmlformats.org/officeDocument/2006/relationships/image" Target="../media/image89.png"/><Relationship Id="rId110" Type="http://schemas.openxmlformats.org/officeDocument/2006/relationships/image" Target="../media/image112.svg"/><Relationship Id="rId61" Type="http://schemas.openxmlformats.org/officeDocument/2006/relationships/image" Target="../media/image63.png"/><Relationship Id="rId82" Type="http://schemas.openxmlformats.org/officeDocument/2006/relationships/image" Target="../media/image84.svg"/><Relationship Id="rId19" Type="http://schemas.openxmlformats.org/officeDocument/2006/relationships/image" Target="../media/image21.png"/><Relationship Id="rId14" Type="http://schemas.openxmlformats.org/officeDocument/2006/relationships/image" Target="../media/image16.svg"/><Relationship Id="rId30" Type="http://schemas.openxmlformats.org/officeDocument/2006/relationships/image" Target="../media/image32.svg"/><Relationship Id="rId35" Type="http://schemas.openxmlformats.org/officeDocument/2006/relationships/image" Target="../media/image37.png"/><Relationship Id="rId56" Type="http://schemas.openxmlformats.org/officeDocument/2006/relationships/image" Target="../media/image58.svg"/><Relationship Id="rId77" Type="http://schemas.openxmlformats.org/officeDocument/2006/relationships/image" Target="../media/image79.png"/><Relationship Id="rId100" Type="http://schemas.openxmlformats.org/officeDocument/2006/relationships/image" Target="../media/image102.svg"/><Relationship Id="rId105" Type="http://schemas.openxmlformats.org/officeDocument/2006/relationships/image" Target="../media/image107.png"/><Relationship Id="rId8" Type="http://schemas.openxmlformats.org/officeDocument/2006/relationships/image" Target="../media/image10.svg"/><Relationship Id="rId51" Type="http://schemas.openxmlformats.org/officeDocument/2006/relationships/image" Target="../media/image53.png"/><Relationship Id="rId72" Type="http://schemas.openxmlformats.org/officeDocument/2006/relationships/image" Target="../media/image74.svg"/><Relationship Id="rId93" Type="http://schemas.openxmlformats.org/officeDocument/2006/relationships/image" Target="../media/image95.png"/><Relationship Id="rId98" Type="http://schemas.openxmlformats.org/officeDocument/2006/relationships/image" Target="../media/image100.svg"/><Relationship Id="rId3" Type="http://schemas.openxmlformats.org/officeDocument/2006/relationships/image" Target="../media/image5.png"/><Relationship Id="rId25" Type="http://schemas.openxmlformats.org/officeDocument/2006/relationships/image" Target="../media/image27.png"/><Relationship Id="rId46" Type="http://schemas.openxmlformats.org/officeDocument/2006/relationships/image" Target="../media/image48.svg"/><Relationship Id="rId67" Type="http://schemas.openxmlformats.org/officeDocument/2006/relationships/image" Target="../media/image69.png"/><Relationship Id="rId20" Type="http://schemas.openxmlformats.org/officeDocument/2006/relationships/image" Target="../media/image22.svg"/><Relationship Id="rId41" Type="http://schemas.openxmlformats.org/officeDocument/2006/relationships/image" Target="../media/image43.png"/><Relationship Id="rId62" Type="http://schemas.openxmlformats.org/officeDocument/2006/relationships/image" Target="../media/image64.svg"/><Relationship Id="rId83" Type="http://schemas.openxmlformats.org/officeDocument/2006/relationships/image" Target="../media/image85.png"/><Relationship Id="rId88" Type="http://schemas.openxmlformats.org/officeDocument/2006/relationships/image" Target="../media/image90.svg"/><Relationship Id="rId111" Type="http://schemas.openxmlformats.org/officeDocument/2006/relationships/image" Target="../media/image11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EAB80A-62D7-028D-2570-A560F81458FE}"/>
              </a:ext>
            </a:extLst>
          </p:cNvPr>
          <p:cNvSpPr>
            <a:spLocks noGrp="1"/>
          </p:cNvSpPr>
          <p:nvPr>
            <p:ph type="title"/>
          </p:nvPr>
        </p:nvSpPr>
        <p:spPr/>
        <p:txBody>
          <a:bodyPr lIns="91440" tIns="45720" rIns="91440" bIns="45720" anchor="t" anchorCtr="0"/>
          <a:lstStyle/>
          <a:p>
            <a:endParaRPr lang="ja-JP" altLang="en-US"/>
          </a:p>
        </p:txBody>
      </p:sp>
      <p:sp>
        <p:nvSpPr>
          <p:cNvPr id="4" name="テキスト プレースホルダー 3">
            <a:extLst>
              <a:ext uri="{FF2B5EF4-FFF2-40B4-BE49-F238E27FC236}">
                <a16:creationId xmlns:a16="http://schemas.microsoft.com/office/drawing/2014/main" id="{035CFA50-4940-3D35-DDDD-019AE809D49D}"/>
              </a:ext>
            </a:extLst>
          </p:cNvPr>
          <p:cNvSpPr>
            <a:spLocks noGrp="1"/>
          </p:cNvSpPr>
          <p:nvPr>
            <p:ph type="body" sz="quarter" idx="12"/>
          </p:nvPr>
        </p:nvSpPr>
        <p:spPr/>
        <p:txBody>
          <a:bodyPr/>
          <a:lstStyle/>
          <a:p>
            <a:endParaRPr kumimoji="1" lang="ja-JP" altLang="en-US"/>
          </a:p>
        </p:txBody>
      </p:sp>
      <p:sp>
        <p:nvSpPr>
          <p:cNvPr id="5" name="テキスト プレースホルダー 4">
            <a:extLst>
              <a:ext uri="{FF2B5EF4-FFF2-40B4-BE49-F238E27FC236}">
                <a16:creationId xmlns:a16="http://schemas.microsoft.com/office/drawing/2014/main" id="{BFFC89F5-2934-8F52-04E4-0D48EA9DFD9C}"/>
              </a:ext>
            </a:extLst>
          </p:cNvPr>
          <p:cNvSpPr>
            <a:spLocks noGrp="1"/>
          </p:cNvSpPr>
          <p:nvPr>
            <p:ph type="body" sz="quarter" idx="13"/>
          </p:nvPr>
        </p:nvSpPr>
        <p:spPr/>
        <p:txBody>
          <a:bodyPr/>
          <a:lstStyle/>
          <a:p>
            <a:endParaRPr kumimoji="1" lang="ja-JP" altLang="en-US"/>
          </a:p>
        </p:txBody>
      </p:sp>
    </p:spTree>
    <p:extLst>
      <p:ext uri="{BB962C8B-B14F-4D97-AF65-F5344CB8AC3E}">
        <p14:creationId xmlns:p14="http://schemas.microsoft.com/office/powerpoint/2010/main" val="31633489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7C924567-B6D2-6332-0BC9-5A6B7EC32DB5}"/>
              </a:ext>
            </a:extLst>
          </p:cNvPr>
          <p:cNvSpPr>
            <a:spLocks noGrp="1"/>
          </p:cNvSpPr>
          <p:nvPr>
            <p:ph type="body" sz="quarter" idx="13"/>
          </p:nvPr>
        </p:nvSpPr>
        <p:spPr/>
        <p:txBody>
          <a:bodyPr/>
          <a:lstStyle/>
          <a:p>
            <a:endParaRPr kumimoji="1" lang="ja-JP" altLang="en-US"/>
          </a:p>
        </p:txBody>
      </p:sp>
      <p:sp>
        <p:nvSpPr>
          <p:cNvPr id="3" name="テキスト プレースホルダー 2">
            <a:extLst>
              <a:ext uri="{FF2B5EF4-FFF2-40B4-BE49-F238E27FC236}">
                <a16:creationId xmlns:a16="http://schemas.microsoft.com/office/drawing/2014/main" id="{3CCF64C3-C9D0-F753-5B0B-8D36F0C791F5}"/>
              </a:ext>
            </a:extLst>
          </p:cNvPr>
          <p:cNvSpPr>
            <a:spLocks noGrp="1"/>
          </p:cNvSpPr>
          <p:nvPr>
            <p:ph type="body" sz="quarter" idx="14"/>
          </p:nvPr>
        </p:nvSpPr>
        <p:spPr/>
        <p:txBody>
          <a:bodyPr/>
          <a:lstStyle/>
          <a:p>
            <a:endParaRPr kumimoji="1" lang="ja-JP" altLang="en-US"/>
          </a:p>
        </p:txBody>
      </p:sp>
    </p:spTree>
    <p:extLst>
      <p:ext uri="{BB962C8B-B14F-4D97-AF65-F5344CB8AC3E}">
        <p14:creationId xmlns:p14="http://schemas.microsoft.com/office/powerpoint/2010/main" val="3355821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326D71EB-7F67-5525-952E-DDCD1C3F2D17}"/>
              </a:ext>
            </a:extLst>
          </p:cNvPr>
          <p:cNvSpPr>
            <a:spLocks noGrp="1"/>
          </p:cNvSpPr>
          <p:nvPr>
            <p:ph type="body" sz="quarter" idx="10"/>
          </p:nvPr>
        </p:nvSpPr>
        <p:spPr/>
        <p:txBody>
          <a:bodyPr/>
          <a:lstStyle/>
          <a:p>
            <a:endParaRPr lang="ja-JP" altLang="en-US"/>
          </a:p>
        </p:txBody>
      </p:sp>
    </p:spTree>
    <p:extLst>
      <p:ext uri="{BB962C8B-B14F-4D97-AF65-F5344CB8AC3E}">
        <p14:creationId xmlns:p14="http://schemas.microsoft.com/office/powerpoint/2010/main" val="3704217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86D20D14-60A3-5D06-B40C-F0D88D0D0EA2}"/>
              </a:ext>
            </a:extLst>
          </p:cNvPr>
          <p:cNvSpPr>
            <a:spLocks noGrp="1"/>
          </p:cNvSpPr>
          <p:nvPr>
            <p:ph type="title"/>
          </p:nvPr>
        </p:nvSpPr>
        <p:spPr/>
        <p:txBody>
          <a:bodyPr/>
          <a:lstStyle/>
          <a:p>
            <a:endParaRPr lang="ja-JP" altLang="en-US">
              <a:latin typeface="Helvetica"/>
              <a:ea typeface="BIZ UDPゴシック"/>
              <a:cs typeface="Helvetica"/>
            </a:endParaRPr>
          </a:p>
        </p:txBody>
      </p:sp>
      <p:sp>
        <p:nvSpPr>
          <p:cNvPr id="5" name="テキスト プレースホルダー 4">
            <a:extLst>
              <a:ext uri="{FF2B5EF4-FFF2-40B4-BE49-F238E27FC236}">
                <a16:creationId xmlns:a16="http://schemas.microsoft.com/office/drawing/2014/main" id="{9BC1FBA4-A7FA-E325-71F1-5C1186FC9653}"/>
              </a:ext>
            </a:extLst>
          </p:cNvPr>
          <p:cNvSpPr>
            <a:spLocks noGrp="1"/>
          </p:cNvSpPr>
          <p:nvPr>
            <p:ph type="body" sz="quarter" idx="12"/>
          </p:nvPr>
        </p:nvSpPr>
        <p:spPr>
          <a:xfrm>
            <a:off x="338280" y="1475737"/>
            <a:ext cx="11529404" cy="1375414"/>
          </a:xfrm>
        </p:spPr>
        <p:txBody>
          <a:bodyPr lIns="91440" tIns="45720" rIns="91440" bIns="45720" anchor="t" anchorCtr="0"/>
          <a:lstStyle/>
          <a:p>
            <a:pPr marL="285750" indent="-285750">
              <a:buFont typeface="Arial"/>
              <a:buChar char="•"/>
            </a:pPr>
            <a:endParaRPr lang="ja-JP" b="0">
              <a:ea typeface="+mn-lt"/>
              <a:cs typeface="+mn-lt"/>
            </a:endParaRPr>
          </a:p>
          <a:p>
            <a:endParaRPr lang="ja-JP" altLang="en-US"/>
          </a:p>
        </p:txBody>
      </p:sp>
    </p:spTree>
    <p:extLst>
      <p:ext uri="{BB962C8B-B14F-4D97-AF65-F5344CB8AC3E}">
        <p14:creationId xmlns:p14="http://schemas.microsoft.com/office/powerpoint/2010/main" val="888117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08433DDA-BFDA-70C5-3B66-91B1779F6F98}"/>
              </a:ext>
            </a:extLst>
          </p:cNvPr>
          <p:cNvSpPr>
            <a:spLocks noGrp="1"/>
          </p:cNvSpPr>
          <p:nvPr>
            <p:ph type="title"/>
          </p:nvPr>
        </p:nvSpPr>
        <p:spPr/>
        <p:txBody>
          <a:bodyPr/>
          <a:lstStyle/>
          <a:p>
            <a:endParaRPr lang="ja-JP" altLang="en-US"/>
          </a:p>
        </p:txBody>
      </p:sp>
      <p:sp>
        <p:nvSpPr>
          <p:cNvPr id="4" name="テキスト プレースホルダー 3">
            <a:extLst>
              <a:ext uri="{FF2B5EF4-FFF2-40B4-BE49-F238E27FC236}">
                <a16:creationId xmlns:a16="http://schemas.microsoft.com/office/drawing/2014/main" id="{9D1819C0-E6B3-4B72-CCF0-49300C98A9A1}"/>
              </a:ext>
            </a:extLst>
          </p:cNvPr>
          <p:cNvSpPr>
            <a:spLocks noGrp="1"/>
          </p:cNvSpPr>
          <p:nvPr>
            <p:ph type="body" sz="quarter" idx="11"/>
          </p:nvPr>
        </p:nvSpPr>
        <p:spPr/>
        <p:txBody>
          <a:bodyPr/>
          <a:lstStyle/>
          <a:p>
            <a:endParaRPr lang="ja-JP" altLang="en-US"/>
          </a:p>
        </p:txBody>
      </p:sp>
      <p:sp>
        <p:nvSpPr>
          <p:cNvPr id="5" name="テキスト プレースホルダー 4">
            <a:extLst>
              <a:ext uri="{FF2B5EF4-FFF2-40B4-BE49-F238E27FC236}">
                <a16:creationId xmlns:a16="http://schemas.microsoft.com/office/drawing/2014/main" id="{6FA1146C-BB32-2470-B3D4-1D46E4F14FDC}"/>
              </a:ext>
            </a:extLst>
          </p:cNvPr>
          <p:cNvSpPr>
            <a:spLocks noGrp="1"/>
          </p:cNvSpPr>
          <p:nvPr>
            <p:ph type="body" sz="quarter" idx="12"/>
          </p:nvPr>
        </p:nvSpPr>
        <p:spPr/>
        <p:txBody>
          <a:bodyPr/>
          <a:lstStyle/>
          <a:p>
            <a:endParaRPr lang="ja-JP" altLang="en-US"/>
          </a:p>
        </p:txBody>
      </p:sp>
    </p:spTree>
    <p:extLst>
      <p:ext uri="{BB962C8B-B14F-4D97-AF65-F5344CB8AC3E}">
        <p14:creationId xmlns:p14="http://schemas.microsoft.com/office/powerpoint/2010/main" val="2447927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A8BE2AD2-168D-6D78-21AE-7AEB4008E449}"/>
              </a:ext>
            </a:extLst>
          </p:cNvPr>
          <p:cNvSpPr>
            <a:spLocks noGrp="1"/>
          </p:cNvSpPr>
          <p:nvPr>
            <p:ph type="title"/>
          </p:nvPr>
        </p:nvSpPr>
        <p:spPr/>
        <p:txBody>
          <a:bodyPr/>
          <a:lstStyle/>
          <a:p>
            <a:endParaRPr lang="ja-JP" altLang="en-US"/>
          </a:p>
        </p:txBody>
      </p:sp>
      <p:sp>
        <p:nvSpPr>
          <p:cNvPr id="6" name="テキスト プレースホルダー 5">
            <a:extLst>
              <a:ext uri="{FF2B5EF4-FFF2-40B4-BE49-F238E27FC236}">
                <a16:creationId xmlns:a16="http://schemas.microsoft.com/office/drawing/2014/main" id="{62352F15-3C59-67E8-48E1-25E010709112}"/>
              </a:ext>
            </a:extLst>
          </p:cNvPr>
          <p:cNvSpPr>
            <a:spLocks noGrp="1"/>
          </p:cNvSpPr>
          <p:nvPr>
            <p:ph type="body" sz="quarter" idx="11"/>
          </p:nvPr>
        </p:nvSpPr>
        <p:spPr/>
        <p:txBody>
          <a:bodyPr/>
          <a:lstStyle/>
          <a:p>
            <a:endParaRPr lang="ja-JP" altLang="en-US"/>
          </a:p>
        </p:txBody>
      </p:sp>
      <p:sp>
        <p:nvSpPr>
          <p:cNvPr id="7" name="テキスト プレースホルダー 6">
            <a:extLst>
              <a:ext uri="{FF2B5EF4-FFF2-40B4-BE49-F238E27FC236}">
                <a16:creationId xmlns:a16="http://schemas.microsoft.com/office/drawing/2014/main" id="{378A7AE3-2249-448A-39B1-E9EFC7A8B240}"/>
              </a:ext>
            </a:extLst>
          </p:cNvPr>
          <p:cNvSpPr>
            <a:spLocks noGrp="1"/>
          </p:cNvSpPr>
          <p:nvPr>
            <p:ph type="body" sz="quarter" idx="12"/>
          </p:nvPr>
        </p:nvSpPr>
        <p:spPr/>
        <p:txBody>
          <a:bodyPr/>
          <a:lstStyle/>
          <a:p>
            <a:endParaRPr lang="ja-JP" altLang="en-US"/>
          </a:p>
        </p:txBody>
      </p:sp>
    </p:spTree>
    <p:extLst>
      <p:ext uri="{BB962C8B-B14F-4D97-AF65-F5344CB8AC3E}">
        <p14:creationId xmlns:p14="http://schemas.microsoft.com/office/powerpoint/2010/main" val="2360354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BF8A30-A3ED-98B0-0625-01F2FCEBA648}"/>
              </a:ext>
            </a:extLst>
          </p:cNvPr>
          <p:cNvSpPr>
            <a:spLocks noGrp="1"/>
          </p:cNvSpPr>
          <p:nvPr>
            <p:ph type="title"/>
          </p:nvPr>
        </p:nvSpPr>
        <p:spPr/>
        <p:txBody>
          <a:bodyPr/>
          <a:lstStyle/>
          <a:p>
            <a:endParaRPr kumimoji="1" lang="ja-JP" altLang="en-US"/>
          </a:p>
        </p:txBody>
      </p:sp>
      <p:sp>
        <p:nvSpPr>
          <p:cNvPr id="4" name="テキスト プレースホルダー 3">
            <a:extLst>
              <a:ext uri="{FF2B5EF4-FFF2-40B4-BE49-F238E27FC236}">
                <a16:creationId xmlns:a16="http://schemas.microsoft.com/office/drawing/2014/main" id="{55D0C231-3358-4A42-4F21-EC72DBC47BAA}"/>
              </a:ext>
            </a:extLst>
          </p:cNvPr>
          <p:cNvSpPr>
            <a:spLocks noGrp="1"/>
          </p:cNvSpPr>
          <p:nvPr>
            <p:ph type="body" sz="quarter" idx="12"/>
          </p:nvPr>
        </p:nvSpPr>
        <p:spPr>
          <a:xfrm>
            <a:off x="338280" y="1475737"/>
            <a:ext cx="11529404" cy="5155972"/>
          </a:xfrm>
        </p:spPr>
        <p:txBody>
          <a:bodyPr/>
          <a:lstStyle/>
          <a:p>
            <a:endParaRPr kumimoji="1" lang="ja-JP" altLang="en-US"/>
          </a:p>
        </p:txBody>
      </p:sp>
    </p:spTree>
    <p:extLst>
      <p:ext uri="{BB962C8B-B14F-4D97-AF65-F5344CB8AC3E}">
        <p14:creationId xmlns:p14="http://schemas.microsoft.com/office/powerpoint/2010/main" val="559940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00117F8-3050-6F64-D5A5-D6578004D4DA}"/>
              </a:ext>
            </a:extLst>
          </p:cNvPr>
          <p:cNvSpPr>
            <a:spLocks noGrp="1"/>
          </p:cNvSpPr>
          <p:nvPr>
            <p:ph type="title"/>
          </p:nvPr>
        </p:nvSpPr>
        <p:spPr/>
        <p:txBody>
          <a:bodyPr/>
          <a:lstStyle/>
          <a:p>
            <a:endParaRPr kumimoji="1" lang="ja-JP" altLang="en-US"/>
          </a:p>
        </p:txBody>
      </p:sp>
      <p:sp>
        <p:nvSpPr>
          <p:cNvPr id="3" name="テキスト プレースホルダー 2">
            <a:extLst>
              <a:ext uri="{FF2B5EF4-FFF2-40B4-BE49-F238E27FC236}">
                <a16:creationId xmlns:a16="http://schemas.microsoft.com/office/drawing/2014/main" id="{1F5F42CB-096F-0CB0-8871-527B7B2172DE}"/>
              </a:ext>
            </a:extLst>
          </p:cNvPr>
          <p:cNvSpPr>
            <a:spLocks noGrp="1"/>
          </p:cNvSpPr>
          <p:nvPr>
            <p:ph type="body" sz="quarter" idx="11"/>
          </p:nvPr>
        </p:nvSpPr>
        <p:spPr/>
        <p:txBody>
          <a:bodyPr/>
          <a:lstStyle/>
          <a:p>
            <a:endParaRPr kumimoji="1" lang="ja-JP" altLang="en-US"/>
          </a:p>
        </p:txBody>
      </p:sp>
      <p:sp>
        <p:nvSpPr>
          <p:cNvPr id="4" name="テキスト プレースホルダー 3">
            <a:extLst>
              <a:ext uri="{FF2B5EF4-FFF2-40B4-BE49-F238E27FC236}">
                <a16:creationId xmlns:a16="http://schemas.microsoft.com/office/drawing/2014/main" id="{B8CF5332-25BB-6F69-4F29-B098A9DF8B8D}"/>
              </a:ext>
            </a:extLst>
          </p:cNvPr>
          <p:cNvSpPr>
            <a:spLocks noGrp="1"/>
          </p:cNvSpPr>
          <p:nvPr>
            <p:ph type="body" sz="quarter" idx="12"/>
          </p:nvPr>
        </p:nvSpPr>
        <p:spPr/>
        <p:txBody>
          <a:bodyPr/>
          <a:lstStyle/>
          <a:p>
            <a:endParaRPr kumimoji="1" lang="ja-JP" altLang="en-US"/>
          </a:p>
        </p:txBody>
      </p:sp>
    </p:spTree>
    <p:extLst>
      <p:ext uri="{BB962C8B-B14F-4D97-AF65-F5344CB8AC3E}">
        <p14:creationId xmlns:p14="http://schemas.microsoft.com/office/powerpoint/2010/main" val="29571051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E200A25-6347-C13F-DCEF-73470D6737E0}"/>
              </a:ext>
            </a:extLst>
          </p:cNvPr>
          <p:cNvSpPr>
            <a:spLocks noGrp="1"/>
          </p:cNvSpPr>
          <p:nvPr>
            <p:ph type="title"/>
          </p:nvPr>
        </p:nvSpPr>
        <p:spPr/>
        <p:txBody>
          <a:bodyPr/>
          <a:lstStyle/>
          <a:p>
            <a:endParaRPr kumimoji="1" lang="ja-JP" altLang="en-US"/>
          </a:p>
        </p:txBody>
      </p:sp>
      <p:sp>
        <p:nvSpPr>
          <p:cNvPr id="3" name="テキスト プレースホルダー 2">
            <a:extLst>
              <a:ext uri="{FF2B5EF4-FFF2-40B4-BE49-F238E27FC236}">
                <a16:creationId xmlns:a16="http://schemas.microsoft.com/office/drawing/2014/main" id="{D57B05F3-3D43-905B-02B3-E47BA5C94C4D}"/>
              </a:ext>
            </a:extLst>
          </p:cNvPr>
          <p:cNvSpPr>
            <a:spLocks noGrp="1"/>
          </p:cNvSpPr>
          <p:nvPr>
            <p:ph type="body" sz="quarter" idx="10"/>
          </p:nvPr>
        </p:nvSpPr>
        <p:spPr/>
        <p:txBody>
          <a:bodyPr/>
          <a:lstStyle/>
          <a:p>
            <a:endParaRPr kumimoji="1" lang="ja-JP" altLang="en-US"/>
          </a:p>
        </p:txBody>
      </p:sp>
      <p:sp>
        <p:nvSpPr>
          <p:cNvPr id="4" name="テキスト プレースホルダー 3">
            <a:extLst>
              <a:ext uri="{FF2B5EF4-FFF2-40B4-BE49-F238E27FC236}">
                <a16:creationId xmlns:a16="http://schemas.microsoft.com/office/drawing/2014/main" id="{AF9EE05A-DDCE-F507-5904-ACF8F24356E6}"/>
              </a:ext>
            </a:extLst>
          </p:cNvPr>
          <p:cNvSpPr>
            <a:spLocks noGrp="1"/>
          </p:cNvSpPr>
          <p:nvPr>
            <p:ph type="body" sz="quarter" idx="12"/>
          </p:nvPr>
        </p:nvSpPr>
        <p:spPr/>
        <p:txBody>
          <a:bodyPr/>
          <a:lstStyle/>
          <a:p>
            <a:endParaRPr kumimoji="1" lang="ja-JP" altLang="en-US"/>
          </a:p>
        </p:txBody>
      </p:sp>
      <p:sp>
        <p:nvSpPr>
          <p:cNvPr id="5" name="テキスト プレースホルダー 4">
            <a:extLst>
              <a:ext uri="{FF2B5EF4-FFF2-40B4-BE49-F238E27FC236}">
                <a16:creationId xmlns:a16="http://schemas.microsoft.com/office/drawing/2014/main" id="{A72BAA43-7556-8C7C-D649-55E2CDBDE5FD}"/>
              </a:ext>
            </a:extLst>
          </p:cNvPr>
          <p:cNvSpPr>
            <a:spLocks noGrp="1"/>
          </p:cNvSpPr>
          <p:nvPr>
            <p:ph type="body" sz="quarter" idx="13"/>
          </p:nvPr>
        </p:nvSpPr>
        <p:spPr/>
        <p:txBody>
          <a:bodyPr/>
          <a:lstStyle/>
          <a:p>
            <a:endParaRPr kumimoji="1" lang="ja-JP" altLang="en-US"/>
          </a:p>
        </p:txBody>
      </p:sp>
    </p:spTree>
    <p:extLst>
      <p:ext uri="{BB962C8B-B14F-4D97-AF65-F5344CB8AC3E}">
        <p14:creationId xmlns:p14="http://schemas.microsoft.com/office/powerpoint/2010/main" val="16606891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BDD0C686-8801-3FAE-B0AB-7EC51776F797}"/>
              </a:ext>
            </a:extLst>
          </p:cNvPr>
          <p:cNvSpPr>
            <a:spLocks noGrp="1"/>
          </p:cNvSpPr>
          <p:nvPr>
            <p:ph type="title"/>
          </p:nvPr>
        </p:nvSpPr>
        <p:spPr/>
        <p:txBody>
          <a:bodyPr/>
          <a:lstStyle/>
          <a:p>
            <a:endParaRPr lang="ja-JP" altLang="en-US"/>
          </a:p>
        </p:txBody>
      </p:sp>
      <p:sp>
        <p:nvSpPr>
          <p:cNvPr id="6" name="テキスト プレースホルダー 5">
            <a:extLst>
              <a:ext uri="{FF2B5EF4-FFF2-40B4-BE49-F238E27FC236}">
                <a16:creationId xmlns:a16="http://schemas.microsoft.com/office/drawing/2014/main" id="{2E54F6E7-8EFA-39A3-194E-38AF10CD24F9}"/>
              </a:ext>
            </a:extLst>
          </p:cNvPr>
          <p:cNvSpPr>
            <a:spLocks noGrp="1"/>
          </p:cNvSpPr>
          <p:nvPr>
            <p:ph type="body" sz="quarter" idx="11"/>
          </p:nvPr>
        </p:nvSpPr>
        <p:spPr/>
        <p:txBody>
          <a:bodyPr/>
          <a:lstStyle/>
          <a:p>
            <a:endParaRPr lang="ja-JP" altLang="en-US"/>
          </a:p>
        </p:txBody>
      </p:sp>
      <p:sp>
        <p:nvSpPr>
          <p:cNvPr id="7" name="テキスト プレースホルダー 6">
            <a:extLst>
              <a:ext uri="{FF2B5EF4-FFF2-40B4-BE49-F238E27FC236}">
                <a16:creationId xmlns:a16="http://schemas.microsoft.com/office/drawing/2014/main" id="{E571BE41-8449-C627-5236-38E7CB8D8A79}"/>
              </a:ext>
            </a:extLst>
          </p:cNvPr>
          <p:cNvSpPr>
            <a:spLocks noGrp="1"/>
          </p:cNvSpPr>
          <p:nvPr>
            <p:ph type="body" sz="quarter" idx="13"/>
          </p:nvPr>
        </p:nvSpPr>
        <p:spPr/>
        <p:txBody>
          <a:bodyPr/>
          <a:lstStyle/>
          <a:p>
            <a:endParaRPr lang="ja-JP" altLang="en-US"/>
          </a:p>
        </p:txBody>
      </p:sp>
      <p:sp>
        <p:nvSpPr>
          <p:cNvPr id="8" name="テキスト プレースホルダー 7">
            <a:extLst>
              <a:ext uri="{FF2B5EF4-FFF2-40B4-BE49-F238E27FC236}">
                <a16:creationId xmlns:a16="http://schemas.microsoft.com/office/drawing/2014/main" id="{548547E1-E54A-49FC-CD95-A88C7EA6EE8E}"/>
              </a:ext>
            </a:extLst>
          </p:cNvPr>
          <p:cNvSpPr>
            <a:spLocks noGrp="1"/>
          </p:cNvSpPr>
          <p:nvPr>
            <p:ph type="body" sz="quarter" idx="15"/>
          </p:nvPr>
        </p:nvSpPr>
        <p:spPr/>
        <p:txBody>
          <a:bodyPr/>
          <a:lstStyle/>
          <a:p>
            <a:endParaRPr lang="ja-JP" altLang="en-US"/>
          </a:p>
        </p:txBody>
      </p:sp>
      <p:sp>
        <p:nvSpPr>
          <p:cNvPr id="9" name="テキスト プレースホルダー 8">
            <a:extLst>
              <a:ext uri="{FF2B5EF4-FFF2-40B4-BE49-F238E27FC236}">
                <a16:creationId xmlns:a16="http://schemas.microsoft.com/office/drawing/2014/main" id="{4CC073AC-3ECC-2CD2-8E28-59605BD03871}"/>
              </a:ext>
            </a:extLst>
          </p:cNvPr>
          <p:cNvSpPr>
            <a:spLocks noGrp="1"/>
          </p:cNvSpPr>
          <p:nvPr>
            <p:ph type="body" sz="quarter" idx="16"/>
          </p:nvPr>
        </p:nvSpPr>
        <p:spPr/>
        <p:txBody>
          <a:bodyPr/>
          <a:lstStyle/>
          <a:p>
            <a:endParaRPr lang="ja-JP" altLang="en-US"/>
          </a:p>
        </p:txBody>
      </p:sp>
      <p:sp>
        <p:nvSpPr>
          <p:cNvPr id="10" name="テキスト プレースホルダー 9">
            <a:extLst>
              <a:ext uri="{FF2B5EF4-FFF2-40B4-BE49-F238E27FC236}">
                <a16:creationId xmlns:a16="http://schemas.microsoft.com/office/drawing/2014/main" id="{DD451C39-71DB-8C85-49FA-B3F06037358C}"/>
              </a:ext>
            </a:extLst>
          </p:cNvPr>
          <p:cNvSpPr>
            <a:spLocks noGrp="1"/>
          </p:cNvSpPr>
          <p:nvPr>
            <p:ph type="body" sz="quarter" idx="18"/>
          </p:nvPr>
        </p:nvSpPr>
        <p:spPr/>
        <p:txBody>
          <a:bodyPr/>
          <a:lstStyle/>
          <a:p>
            <a:endParaRPr lang="ja-JP" altLang="en-US"/>
          </a:p>
        </p:txBody>
      </p:sp>
      <p:sp>
        <p:nvSpPr>
          <p:cNvPr id="11" name="テキスト プレースホルダー 10">
            <a:extLst>
              <a:ext uri="{FF2B5EF4-FFF2-40B4-BE49-F238E27FC236}">
                <a16:creationId xmlns:a16="http://schemas.microsoft.com/office/drawing/2014/main" id="{BFE18961-C728-CC59-ED71-887B990BE418}"/>
              </a:ext>
            </a:extLst>
          </p:cNvPr>
          <p:cNvSpPr>
            <a:spLocks noGrp="1"/>
          </p:cNvSpPr>
          <p:nvPr>
            <p:ph type="body" sz="quarter" idx="19"/>
          </p:nvPr>
        </p:nvSpPr>
        <p:spPr/>
        <p:txBody>
          <a:bodyPr/>
          <a:lstStyle/>
          <a:p>
            <a:endParaRPr lang="ja-JP" altLang="en-US"/>
          </a:p>
        </p:txBody>
      </p:sp>
      <p:sp>
        <p:nvSpPr>
          <p:cNvPr id="12" name="テキスト プレースホルダー 11">
            <a:extLst>
              <a:ext uri="{FF2B5EF4-FFF2-40B4-BE49-F238E27FC236}">
                <a16:creationId xmlns:a16="http://schemas.microsoft.com/office/drawing/2014/main" id="{329AA1F4-89D8-A60E-5262-DD6B7EC9C98D}"/>
              </a:ext>
            </a:extLst>
          </p:cNvPr>
          <p:cNvSpPr>
            <a:spLocks noGrp="1"/>
          </p:cNvSpPr>
          <p:nvPr>
            <p:ph type="body" sz="quarter" idx="20"/>
          </p:nvPr>
        </p:nvSpPr>
        <p:spPr/>
        <p:txBody>
          <a:bodyPr/>
          <a:lstStyle/>
          <a:p>
            <a:endParaRPr lang="ja-JP" altLang="en-US"/>
          </a:p>
        </p:txBody>
      </p:sp>
    </p:spTree>
    <p:extLst>
      <p:ext uri="{BB962C8B-B14F-4D97-AF65-F5344CB8AC3E}">
        <p14:creationId xmlns:p14="http://schemas.microsoft.com/office/powerpoint/2010/main" val="2687719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タイトル 9">
            <a:extLst>
              <a:ext uri="{FF2B5EF4-FFF2-40B4-BE49-F238E27FC236}">
                <a16:creationId xmlns:a16="http://schemas.microsoft.com/office/drawing/2014/main" id="{8A34A7A7-37F9-C0B5-FA9D-573B5CDEBE4F}"/>
              </a:ext>
            </a:extLst>
          </p:cNvPr>
          <p:cNvSpPr>
            <a:spLocks noGrp="1"/>
          </p:cNvSpPr>
          <p:nvPr>
            <p:ph type="title"/>
          </p:nvPr>
        </p:nvSpPr>
        <p:spPr/>
        <p:txBody>
          <a:bodyPr/>
          <a:lstStyle/>
          <a:p>
            <a:endParaRPr lang="ja-JP" altLang="en-US"/>
          </a:p>
        </p:txBody>
      </p:sp>
      <p:sp>
        <p:nvSpPr>
          <p:cNvPr id="13" name="テキスト プレースホルダー 12">
            <a:extLst>
              <a:ext uri="{FF2B5EF4-FFF2-40B4-BE49-F238E27FC236}">
                <a16:creationId xmlns:a16="http://schemas.microsoft.com/office/drawing/2014/main" id="{95C99123-76FC-25CA-0FD8-48008EBAE928}"/>
              </a:ext>
            </a:extLst>
          </p:cNvPr>
          <p:cNvSpPr>
            <a:spLocks noGrp="1"/>
          </p:cNvSpPr>
          <p:nvPr>
            <p:ph type="body" sz="quarter" idx="18"/>
          </p:nvPr>
        </p:nvSpPr>
        <p:spPr/>
        <p:txBody>
          <a:bodyPr/>
          <a:lstStyle/>
          <a:p>
            <a:endParaRPr lang="ja-JP" altLang="en-US"/>
          </a:p>
        </p:txBody>
      </p:sp>
      <p:sp>
        <p:nvSpPr>
          <p:cNvPr id="12" name="テキスト プレースホルダー 11">
            <a:extLst>
              <a:ext uri="{FF2B5EF4-FFF2-40B4-BE49-F238E27FC236}">
                <a16:creationId xmlns:a16="http://schemas.microsoft.com/office/drawing/2014/main" id="{DA7A3A5A-639B-3A49-FC28-234FF636E656}"/>
              </a:ext>
            </a:extLst>
          </p:cNvPr>
          <p:cNvSpPr>
            <a:spLocks noGrp="1"/>
          </p:cNvSpPr>
          <p:nvPr>
            <p:ph type="body" sz="quarter" idx="13"/>
          </p:nvPr>
        </p:nvSpPr>
        <p:spPr/>
        <p:txBody>
          <a:bodyPr/>
          <a:lstStyle/>
          <a:p>
            <a:endParaRPr lang="ja-JP" altLang="en-US"/>
          </a:p>
        </p:txBody>
      </p:sp>
      <p:sp>
        <p:nvSpPr>
          <p:cNvPr id="14" name="テキスト プレースホルダー 13">
            <a:extLst>
              <a:ext uri="{FF2B5EF4-FFF2-40B4-BE49-F238E27FC236}">
                <a16:creationId xmlns:a16="http://schemas.microsoft.com/office/drawing/2014/main" id="{C1341F11-C015-B4E8-85D1-E6B9961E4C58}"/>
              </a:ext>
            </a:extLst>
          </p:cNvPr>
          <p:cNvSpPr>
            <a:spLocks noGrp="1"/>
          </p:cNvSpPr>
          <p:nvPr>
            <p:ph type="body" sz="quarter" idx="19"/>
          </p:nvPr>
        </p:nvSpPr>
        <p:spPr/>
        <p:txBody>
          <a:bodyPr/>
          <a:lstStyle/>
          <a:p>
            <a:endParaRPr lang="ja-JP" altLang="en-US"/>
          </a:p>
        </p:txBody>
      </p:sp>
      <p:sp>
        <p:nvSpPr>
          <p:cNvPr id="15" name="テキスト プレースホルダー 14">
            <a:extLst>
              <a:ext uri="{FF2B5EF4-FFF2-40B4-BE49-F238E27FC236}">
                <a16:creationId xmlns:a16="http://schemas.microsoft.com/office/drawing/2014/main" id="{CC644F68-2D38-D431-9699-604C002AB754}"/>
              </a:ext>
            </a:extLst>
          </p:cNvPr>
          <p:cNvSpPr>
            <a:spLocks noGrp="1"/>
          </p:cNvSpPr>
          <p:nvPr>
            <p:ph type="body" sz="quarter" idx="20"/>
          </p:nvPr>
        </p:nvSpPr>
        <p:spPr/>
        <p:txBody>
          <a:bodyPr/>
          <a:lstStyle/>
          <a:p>
            <a:endParaRPr lang="ja-JP" altLang="en-US"/>
          </a:p>
        </p:txBody>
      </p:sp>
      <p:sp>
        <p:nvSpPr>
          <p:cNvPr id="16" name="テキスト プレースホルダー 15">
            <a:extLst>
              <a:ext uri="{FF2B5EF4-FFF2-40B4-BE49-F238E27FC236}">
                <a16:creationId xmlns:a16="http://schemas.microsoft.com/office/drawing/2014/main" id="{37C41197-583F-B8F9-9C0C-B3375C672361}"/>
              </a:ext>
            </a:extLst>
          </p:cNvPr>
          <p:cNvSpPr>
            <a:spLocks noGrp="1"/>
          </p:cNvSpPr>
          <p:nvPr>
            <p:ph type="body" sz="quarter" idx="21"/>
          </p:nvPr>
        </p:nvSpPr>
        <p:spPr/>
        <p:txBody>
          <a:bodyPr/>
          <a:lstStyle/>
          <a:p>
            <a:endParaRPr lang="ja-JP" altLang="en-US"/>
          </a:p>
        </p:txBody>
      </p:sp>
      <p:sp>
        <p:nvSpPr>
          <p:cNvPr id="17" name="テキスト プレースホルダー 16">
            <a:extLst>
              <a:ext uri="{FF2B5EF4-FFF2-40B4-BE49-F238E27FC236}">
                <a16:creationId xmlns:a16="http://schemas.microsoft.com/office/drawing/2014/main" id="{6F6236D7-AA3A-8371-8A53-DFEC45730DC3}"/>
              </a:ext>
            </a:extLst>
          </p:cNvPr>
          <p:cNvSpPr>
            <a:spLocks noGrp="1"/>
          </p:cNvSpPr>
          <p:nvPr>
            <p:ph type="body" sz="quarter" idx="22"/>
          </p:nvPr>
        </p:nvSpPr>
        <p:spPr/>
        <p:txBody>
          <a:bodyPr/>
          <a:lstStyle/>
          <a:p>
            <a:endParaRPr lang="ja-JP" altLang="en-US"/>
          </a:p>
        </p:txBody>
      </p:sp>
      <p:sp>
        <p:nvSpPr>
          <p:cNvPr id="11" name="テキスト プレースホルダー 10">
            <a:extLst>
              <a:ext uri="{FF2B5EF4-FFF2-40B4-BE49-F238E27FC236}">
                <a16:creationId xmlns:a16="http://schemas.microsoft.com/office/drawing/2014/main" id="{C40623B3-12C6-A96D-5E1C-509CA21F3731}"/>
              </a:ext>
            </a:extLst>
          </p:cNvPr>
          <p:cNvSpPr>
            <a:spLocks noGrp="1"/>
          </p:cNvSpPr>
          <p:nvPr>
            <p:ph type="body" sz="quarter" idx="11"/>
          </p:nvPr>
        </p:nvSpPr>
        <p:spPr/>
        <p:txBody>
          <a:bodyPr/>
          <a:lstStyle/>
          <a:p>
            <a:endParaRPr lang="ja-JP" altLang="en-US"/>
          </a:p>
        </p:txBody>
      </p:sp>
    </p:spTree>
    <p:extLst>
      <p:ext uri="{BB962C8B-B14F-4D97-AF65-F5344CB8AC3E}">
        <p14:creationId xmlns:p14="http://schemas.microsoft.com/office/powerpoint/2010/main" val="4075326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タイトル 9">
            <a:extLst>
              <a:ext uri="{FF2B5EF4-FFF2-40B4-BE49-F238E27FC236}">
                <a16:creationId xmlns:a16="http://schemas.microsoft.com/office/drawing/2014/main" id="{3290686E-DBE6-2E94-A5DE-B42372D78970}"/>
              </a:ext>
            </a:extLst>
          </p:cNvPr>
          <p:cNvSpPr>
            <a:spLocks noGrp="1"/>
          </p:cNvSpPr>
          <p:nvPr>
            <p:ph type="title"/>
          </p:nvPr>
        </p:nvSpPr>
        <p:spPr/>
        <p:txBody>
          <a:bodyPr/>
          <a:lstStyle/>
          <a:p>
            <a:endParaRPr lang="ja-JP" altLang="en-US"/>
          </a:p>
        </p:txBody>
      </p:sp>
      <p:sp>
        <p:nvSpPr>
          <p:cNvPr id="13" name="テキスト プレースホルダー 12">
            <a:extLst>
              <a:ext uri="{FF2B5EF4-FFF2-40B4-BE49-F238E27FC236}">
                <a16:creationId xmlns:a16="http://schemas.microsoft.com/office/drawing/2014/main" id="{5285F8AD-D1CB-1651-D542-985527834F47}"/>
              </a:ext>
            </a:extLst>
          </p:cNvPr>
          <p:cNvSpPr>
            <a:spLocks noGrp="1"/>
          </p:cNvSpPr>
          <p:nvPr>
            <p:ph type="body" sz="quarter" idx="18"/>
          </p:nvPr>
        </p:nvSpPr>
        <p:spPr/>
        <p:txBody>
          <a:bodyPr/>
          <a:lstStyle/>
          <a:p>
            <a:endParaRPr lang="ja-JP" altLang="en-US"/>
          </a:p>
        </p:txBody>
      </p:sp>
      <p:sp>
        <p:nvSpPr>
          <p:cNvPr id="12" name="テキスト プレースホルダー 11">
            <a:extLst>
              <a:ext uri="{FF2B5EF4-FFF2-40B4-BE49-F238E27FC236}">
                <a16:creationId xmlns:a16="http://schemas.microsoft.com/office/drawing/2014/main" id="{F7713BF2-AEE3-97A0-2C72-17AD54D7D8B7}"/>
              </a:ext>
            </a:extLst>
          </p:cNvPr>
          <p:cNvSpPr>
            <a:spLocks noGrp="1"/>
          </p:cNvSpPr>
          <p:nvPr>
            <p:ph type="body" sz="quarter" idx="13"/>
          </p:nvPr>
        </p:nvSpPr>
        <p:spPr/>
        <p:txBody>
          <a:bodyPr/>
          <a:lstStyle/>
          <a:p>
            <a:endParaRPr lang="ja-JP" altLang="en-US"/>
          </a:p>
        </p:txBody>
      </p:sp>
      <p:sp>
        <p:nvSpPr>
          <p:cNvPr id="14" name="テキスト プレースホルダー 13">
            <a:extLst>
              <a:ext uri="{FF2B5EF4-FFF2-40B4-BE49-F238E27FC236}">
                <a16:creationId xmlns:a16="http://schemas.microsoft.com/office/drawing/2014/main" id="{B54C1A05-505D-65A2-2277-4832F83DF4D0}"/>
              </a:ext>
            </a:extLst>
          </p:cNvPr>
          <p:cNvSpPr>
            <a:spLocks noGrp="1"/>
          </p:cNvSpPr>
          <p:nvPr>
            <p:ph type="body" sz="quarter" idx="19"/>
          </p:nvPr>
        </p:nvSpPr>
        <p:spPr/>
        <p:txBody>
          <a:bodyPr/>
          <a:lstStyle/>
          <a:p>
            <a:endParaRPr lang="ja-JP" altLang="en-US"/>
          </a:p>
        </p:txBody>
      </p:sp>
      <p:sp>
        <p:nvSpPr>
          <p:cNvPr id="15" name="テキスト プレースホルダー 14">
            <a:extLst>
              <a:ext uri="{FF2B5EF4-FFF2-40B4-BE49-F238E27FC236}">
                <a16:creationId xmlns:a16="http://schemas.microsoft.com/office/drawing/2014/main" id="{A0239FE5-9649-4CDD-3D82-1CFDA54DC619}"/>
              </a:ext>
            </a:extLst>
          </p:cNvPr>
          <p:cNvSpPr>
            <a:spLocks noGrp="1"/>
          </p:cNvSpPr>
          <p:nvPr>
            <p:ph type="body" sz="quarter" idx="20"/>
          </p:nvPr>
        </p:nvSpPr>
        <p:spPr/>
        <p:txBody>
          <a:bodyPr/>
          <a:lstStyle/>
          <a:p>
            <a:endParaRPr lang="ja-JP" altLang="en-US"/>
          </a:p>
        </p:txBody>
      </p:sp>
      <p:sp>
        <p:nvSpPr>
          <p:cNvPr id="16" name="テキスト プレースホルダー 15">
            <a:extLst>
              <a:ext uri="{FF2B5EF4-FFF2-40B4-BE49-F238E27FC236}">
                <a16:creationId xmlns:a16="http://schemas.microsoft.com/office/drawing/2014/main" id="{CB83B12E-FB4B-488D-E25E-857BA97BEBDE}"/>
              </a:ext>
            </a:extLst>
          </p:cNvPr>
          <p:cNvSpPr>
            <a:spLocks noGrp="1"/>
          </p:cNvSpPr>
          <p:nvPr>
            <p:ph type="body" sz="quarter" idx="21"/>
          </p:nvPr>
        </p:nvSpPr>
        <p:spPr/>
        <p:txBody>
          <a:bodyPr/>
          <a:lstStyle/>
          <a:p>
            <a:endParaRPr lang="ja-JP" altLang="en-US"/>
          </a:p>
        </p:txBody>
      </p:sp>
      <p:sp>
        <p:nvSpPr>
          <p:cNvPr id="17" name="テキスト プレースホルダー 16">
            <a:extLst>
              <a:ext uri="{FF2B5EF4-FFF2-40B4-BE49-F238E27FC236}">
                <a16:creationId xmlns:a16="http://schemas.microsoft.com/office/drawing/2014/main" id="{3CF4D913-4B2E-D63C-84FB-07A2A9E8F2B2}"/>
              </a:ext>
            </a:extLst>
          </p:cNvPr>
          <p:cNvSpPr>
            <a:spLocks noGrp="1"/>
          </p:cNvSpPr>
          <p:nvPr>
            <p:ph type="body" sz="quarter" idx="22"/>
          </p:nvPr>
        </p:nvSpPr>
        <p:spPr/>
        <p:txBody>
          <a:bodyPr/>
          <a:lstStyle/>
          <a:p>
            <a:endParaRPr lang="ja-JP" altLang="en-US"/>
          </a:p>
        </p:txBody>
      </p:sp>
      <p:sp>
        <p:nvSpPr>
          <p:cNvPr id="11" name="テキスト プレースホルダー 10">
            <a:extLst>
              <a:ext uri="{FF2B5EF4-FFF2-40B4-BE49-F238E27FC236}">
                <a16:creationId xmlns:a16="http://schemas.microsoft.com/office/drawing/2014/main" id="{B7DB96CF-677D-CAFE-FA98-0C40F2785208}"/>
              </a:ext>
            </a:extLst>
          </p:cNvPr>
          <p:cNvSpPr>
            <a:spLocks noGrp="1"/>
          </p:cNvSpPr>
          <p:nvPr>
            <p:ph type="body" sz="quarter" idx="11"/>
          </p:nvPr>
        </p:nvSpPr>
        <p:spPr/>
        <p:txBody>
          <a:bodyPr/>
          <a:lstStyle/>
          <a:p>
            <a:endParaRPr lang="ja-JP" altLang="en-US"/>
          </a:p>
        </p:txBody>
      </p:sp>
    </p:spTree>
    <p:extLst>
      <p:ext uri="{BB962C8B-B14F-4D97-AF65-F5344CB8AC3E}">
        <p14:creationId xmlns:p14="http://schemas.microsoft.com/office/powerpoint/2010/main" val="3138977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タイトル 9">
            <a:extLst>
              <a:ext uri="{FF2B5EF4-FFF2-40B4-BE49-F238E27FC236}">
                <a16:creationId xmlns:a16="http://schemas.microsoft.com/office/drawing/2014/main" id="{999E4140-3F5C-FFCA-1FE2-B109D4BF27E6}"/>
              </a:ext>
            </a:extLst>
          </p:cNvPr>
          <p:cNvSpPr>
            <a:spLocks noGrp="1"/>
          </p:cNvSpPr>
          <p:nvPr>
            <p:ph type="title"/>
          </p:nvPr>
        </p:nvSpPr>
        <p:spPr/>
        <p:txBody>
          <a:bodyPr/>
          <a:lstStyle/>
          <a:p>
            <a:endParaRPr lang="ja-JP" altLang="en-US"/>
          </a:p>
        </p:txBody>
      </p:sp>
      <p:sp>
        <p:nvSpPr>
          <p:cNvPr id="11" name="テキスト プレースホルダー 10">
            <a:extLst>
              <a:ext uri="{FF2B5EF4-FFF2-40B4-BE49-F238E27FC236}">
                <a16:creationId xmlns:a16="http://schemas.microsoft.com/office/drawing/2014/main" id="{F6D14F04-878F-D81F-B290-421C22E6FCF7}"/>
              </a:ext>
            </a:extLst>
          </p:cNvPr>
          <p:cNvSpPr>
            <a:spLocks noGrp="1"/>
          </p:cNvSpPr>
          <p:nvPr>
            <p:ph type="body" sz="quarter" idx="11"/>
          </p:nvPr>
        </p:nvSpPr>
        <p:spPr/>
        <p:txBody>
          <a:bodyPr/>
          <a:lstStyle/>
          <a:p>
            <a:endParaRPr lang="ja-JP" altLang="en-US"/>
          </a:p>
        </p:txBody>
      </p:sp>
      <p:sp>
        <p:nvSpPr>
          <p:cNvPr id="12" name="テキスト プレースホルダー 11">
            <a:extLst>
              <a:ext uri="{FF2B5EF4-FFF2-40B4-BE49-F238E27FC236}">
                <a16:creationId xmlns:a16="http://schemas.microsoft.com/office/drawing/2014/main" id="{70D4F7FA-996A-3202-E1EC-B6A96D9208BB}"/>
              </a:ext>
            </a:extLst>
          </p:cNvPr>
          <p:cNvSpPr>
            <a:spLocks noGrp="1"/>
          </p:cNvSpPr>
          <p:nvPr>
            <p:ph type="body" sz="quarter" idx="13"/>
          </p:nvPr>
        </p:nvSpPr>
        <p:spPr/>
        <p:txBody>
          <a:bodyPr/>
          <a:lstStyle/>
          <a:p>
            <a:endParaRPr lang="ja-JP" altLang="en-US"/>
          </a:p>
        </p:txBody>
      </p:sp>
      <p:sp>
        <p:nvSpPr>
          <p:cNvPr id="13" name="テキスト プレースホルダー 12">
            <a:extLst>
              <a:ext uri="{FF2B5EF4-FFF2-40B4-BE49-F238E27FC236}">
                <a16:creationId xmlns:a16="http://schemas.microsoft.com/office/drawing/2014/main" id="{9F41D1FE-7690-757A-2071-483F5E940E17}"/>
              </a:ext>
            </a:extLst>
          </p:cNvPr>
          <p:cNvSpPr>
            <a:spLocks noGrp="1"/>
          </p:cNvSpPr>
          <p:nvPr>
            <p:ph type="body" sz="quarter" idx="15"/>
          </p:nvPr>
        </p:nvSpPr>
        <p:spPr/>
        <p:txBody>
          <a:bodyPr/>
          <a:lstStyle/>
          <a:p>
            <a:endParaRPr lang="ja-JP" altLang="en-US"/>
          </a:p>
        </p:txBody>
      </p:sp>
      <p:sp>
        <p:nvSpPr>
          <p:cNvPr id="14" name="テキスト プレースホルダー 13">
            <a:extLst>
              <a:ext uri="{FF2B5EF4-FFF2-40B4-BE49-F238E27FC236}">
                <a16:creationId xmlns:a16="http://schemas.microsoft.com/office/drawing/2014/main" id="{7CED8971-8BE4-E44C-8E19-3C73B3F1E907}"/>
              </a:ext>
            </a:extLst>
          </p:cNvPr>
          <p:cNvSpPr>
            <a:spLocks noGrp="1"/>
          </p:cNvSpPr>
          <p:nvPr>
            <p:ph type="body" sz="quarter" idx="16"/>
          </p:nvPr>
        </p:nvSpPr>
        <p:spPr/>
        <p:txBody>
          <a:bodyPr/>
          <a:lstStyle/>
          <a:p>
            <a:endParaRPr lang="ja-JP" altLang="en-US"/>
          </a:p>
        </p:txBody>
      </p:sp>
      <p:sp>
        <p:nvSpPr>
          <p:cNvPr id="15" name="テキスト プレースホルダー 14">
            <a:extLst>
              <a:ext uri="{FF2B5EF4-FFF2-40B4-BE49-F238E27FC236}">
                <a16:creationId xmlns:a16="http://schemas.microsoft.com/office/drawing/2014/main" id="{FED14C0C-57A4-4215-D6E0-B54C8E143981}"/>
              </a:ext>
            </a:extLst>
          </p:cNvPr>
          <p:cNvSpPr>
            <a:spLocks noGrp="1"/>
          </p:cNvSpPr>
          <p:nvPr>
            <p:ph type="body" sz="quarter" idx="17"/>
          </p:nvPr>
        </p:nvSpPr>
        <p:spPr/>
        <p:txBody>
          <a:bodyPr/>
          <a:lstStyle/>
          <a:p>
            <a:endParaRPr lang="ja-JP" altLang="en-US"/>
          </a:p>
        </p:txBody>
      </p:sp>
      <p:sp>
        <p:nvSpPr>
          <p:cNvPr id="16" name="テキスト プレースホルダー 15">
            <a:extLst>
              <a:ext uri="{FF2B5EF4-FFF2-40B4-BE49-F238E27FC236}">
                <a16:creationId xmlns:a16="http://schemas.microsoft.com/office/drawing/2014/main" id="{14BA23EF-CF7C-C509-A694-FE5B1A2A1D6E}"/>
              </a:ext>
            </a:extLst>
          </p:cNvPr>
          <p:cNvSpPr>
            <a:spLocks noGrp="1"/>
          </p:cNvSpPr>
          <p:nvPr>
            <p:ph type="body" sz="quarter" idx="18"/>
          </p:nvPr>
        </p:nvSpPr>
        <p:spPr/>
        <p:txBody>
          <a:bodyPr/>
          <a:lstStyle/>
          <a:p>
            <a:endParaRPr lang="ja-JP" altLang="en-US"/>
          </a:p>
        </p:txBody>
      </p:sp>
      <p:sp>
        <p:nvSpPr>
          <p:cNvPr id="17" name="テキスト プレースホルダー 16">
            <a:extLst>
              <a:ext uri="{FF2B5EF4-FFF2-40B4-BE49-F238E27FC236}">
                <a16:creationId xmlns:a16="http://schemas.microsoft.com/office/drawing/2014/main" id="{190C5E85-521F-7213-ED5D-1623F515E868}"/>
              </a:ext>
            </a:extLst>
          </p:cNvPr>
          <p:cNvSpPr>
            <a:spLocks noGrp="1"/>
          </p:cNvSpPr>
          <p:nvPr>
            <p:ph type="body" sz="quarter" idx="19"/>
          </p:nvPr>
        </p:nvSpPr>
        <p:spPr/>
        <p:txBody>
          <a:bodyPr/>
          <a:lstStyle/>
          <a:p>
            <a:endParaRPr lang="ja-JP" altLang="en-US"/>
          </a:p>
        </p:txBody>
      </p:sp>
      <p:sp>
        <p:nvSpPr>
          <p:cNvPr id="18" name="テキスト プレースホルダー 17">
            <a:extLst>
              <a:ext uri="{FF2B5EF4-FFF2-40B4-BE49-F238E27FC236}">
                <a16:creationId xmlns:a16="http://schemas.microsoft.com/office/drawing/2014/main" id="{3C7010E5-68AF-A4B2-DB87-78C23BE69A59}"/>
              </a:ext>
            </a:extLst>
          </p:cNvPr>
          <p:cNvSpPr>
            <a:spLocks noGrp="1"/>
          </p:cNvSpPr>
          <p:nvPr>
            <p:ph type="body" sz="quarter" idx="20"/>
          </p:nvPr>
        </p:nvSpPr>
        <p:spPr/>
        <p:txBody>
          <a:bodyPr/>
          <a:lstStyle/>
          <a:p>
            <a:endParaRPr lang="ja-JP" altLang="en-US"/>
          </a:p>
        </p:txBody>
      </p:sp>
      <p:sp>
        <p:nvSpPr>
          <p:cNvPr id="19" name="テキスト プレースホルダー 18">
            <a:extLst>
              <a:ext uri="{FF2B5EF4-FFF2-40B4-BE49-F238E27FC236}">
                <a16:creationId xmlns:a16="http://schemas.microsoft.com/office/drawing/2014/main" id="{5221B921-7F27-AD37-D807-1850EB551C7F}"/>
              </a:ext>
            </a:extLst>
          </p:cNvPr>
          <p:cNvSpPr>
            <a:spLocks noGrp="1"/>
          </p:cNvSpPr>
          <p:nvPr>
            <p:ph type="body" sz="quarter" idx="21"/>
          </p:nvPr>
        </p:nvSpPr>
        <p:spPr/>
        <p:txBody>
          <a:bodyPr/>
          <a:lstStyle/>
          <a:p>
            <a:endParaRPr lang="ja-JP" altLang="en-US"/>
          </a:p>
        </p:txBody>
      </p:sp>
    </p:spTree>
    <p:extLst>
      <p:ext uri="{BB962C8B-B14F-4D97-AF65-F5344CB8AC3E}">
        <p14:creationId xmlns:p14="http://schemas.microsoft.com/office/powerpoint/2010/main" val="2538682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0E4FA-C42C-E5AE-E6C8-F85A4BA345DF}"/>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2F9C0513-8CB4-4330-41A8-F13853BA671E}"/>
              </a:ext>
            </a:extLst>
          </p:cNvPr>
          <p:cNvSpPr>
            <a:spLocks noGrp="1"/>
          </p:cNvSpPr>
          <p:nvPr>
            <p:ph type="body" sz="quarter" idx="10"/>
          </p:nvPr>
        </p:nvSpPr>
        <p:spPr/>
        <p:txBody>
          <a:bodyPr/>
          <a:lstStyle/>
          <a:p>
            <a:r>
              <a:rPr lang="ja-JP" altLang="en-US"/>
              <a:t>サンプル：会社概要・特記事項</a:t>
            </a:r>
          </a:p>
        </p:txBody>
      </p:sp>
    </p:spTree>
    <p:extLst>
      <p:ext uri="{BB962C8B-B14F-4D97-AF65-F5344CB8AC3E}">
        <p14:creationId xmlns:p14="http://schemas.microsoft.com/office/powerpoint/2010/main" val="36874532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055EF72-0D11-1841-45B3-9439433F7B15}"/>
              </a:ext>
            </a:extLst>
          </p:cNvPr>
          <p:cNvSpPr>
            <a:spLocks noGrp="1"/>
          </p:cNvSpPr>
          <p:nvPr>
            <p:ph type="title"/>
          </p:nvPr>
        </p:nvSpPr>
        <p:spPr/>
        <p:txBody>
          <a:bodyPr/>
          <a:lstStyle/>
          <a:p>
            <a:r>
              <a:rPr kumimoji="1" lang="ja-JP" altLang="en-US"/>
              <a:t>サンプル：会社概要</a:t>
            </a:r>
          </a:p>
        </p:txBody>
      </p:sp>
      <p:sp>
        <p:nvSpPr>
          <p:cNvPr id="3" name="正方形/長方形 2">
            <a:extLst>
              <a:ext uri="{FF2B5EF4-FFF2-40B4-BE49-F238E27FC236}">
                <a16:creationId xmlns:a16="http://schemas.microsoft.com/office/drawing/2014/main" id="{A3F82070-513F-A7EB-70AA-EC54161BB848}"/>
              </a:ext>
            </a:extLst>
          </p:cNvPr>
          <p:cNvSpPr/>
          <p:nvPr/>
        </p:nvSpPr>
        <p:spPr>
          <a:xfrm>
            <a:off x="6329509" y="2989837"/>
            <a:ext cx="1231070" cy="306041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fontAlgn="ctr"/>
            <a:r>
              <a:rPr lang="ja-JP" altLang="en-US" sz="1200">
                <a:solidFill>
                  <a:schemeClr val="tx1"/>
                </a:solidFill>
                <a:latin typeface="BIZ UDPゴシック" panose="020B0400000000000000" pitchFamily="50" charset="-128"/>
                <a:ea typeface="BIZ UDPゴシック" panose="020B0400000000000000" pitchFamily="50" charset="-128"/>
              </a:rPr>
              <a:t>グループ</a:t>
            </a:r>
            <a:br>
              <a:rPr lang="en-US" altLang="ja-JP" sz="1200">
                <a:solidFill>
                  <a:schemeClr val="tx1"/>
                </a:solidFill>
                <a:latin typeface="BIZ UDPゴシック" panose="020B0400000000000000" pitchFamily="50" charset="-128"/>
                <a:ea typeface="BIZ UDPゴシック" panose="020B0400000000000000" pitchFamily="50" charset="-128"/>
              </a:rPr>
            </a:br>
            <a:r>
              <a:rPr lang="ja-JP" altLang="en-US" sz="1200">
                <a:solidFill>
                  <a:schemeClr val="tx1"/>
                </a:solidFill>
                <a:latin typeface="BIZ UDPゴシック" panose="020B0400000000000000" pitchFamily="50" charset="-128"/>
                <a:ea typeface="BIZ UDPゴシック" panose="020B0400000000000000" pitchFamily="50" charset="-128"/>
              </a:rPr>
              <a:t>会社</a:t>
            </a:r>
            <a:endParaRPr lang="en-US" altLang="ja-JP" sz="1200" i="0" u="none" strike="noStrike">
              <a:solidFill>
                <a:schemeClr val="tx1"/>
              </a:solidFill>
              <a:effectLst/>
              <a:latin typeface="BIZ UDPゴシック" panose="020B0400000000000000" pitchFamily="50" charset="-128"/>
              <a:ea typeface="BIZ UDPゴシック" panose="020B0400000000000000" pitchFamily="50" charset="-128"/>
            </a:endParaRPr>
          </a:p>
        </p:txBody>
      </p:sp>
      <p:sp>
        <p:nvSpPr>
          <p:cNvPr id="4" name="正方形/長方形 3">
            <a:extLst>
              <a:ext uri="{FF2B5EF4-FFF2-40B4-BE49-F238E27FC236}">
                <a16:creationId xmlns:a16="http://schemas.microsoft.com/office/drawing/2014/main" id="{01BC3DDF-A480-387E-4ABF-F5E45B50CF94}"/>
              </a:ext>
            </a:extLst>
          </p:cNvPr>
          <p:cNvSpPr/>
          <p:nvPr/>
        </p:nvSpPr>
        <p:spPr>
          <a:xfrm>
            <a:off x="6329509" y="1180922"/>
            <a:ext cx="1231070" cy="179034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algn="ctr" defTabSz="895225" rtl="0" eaLnBrk="1" fontAlgn="auto" latinLnBrk="0" hangingPunct="1">
              <a:lnSpc>
                <a:spcPct val="100000"/>
              </a:lnSpc>
              <a:spcBef>
                <a:spcPct val="20000"/>
              </a:spcBef>
              <a:spcAft>
                <a:spcPts val="0"/>
              </a:spcAft>
              <a:buClrTx/>
              <a:buSzTx/>
              <a:buFontTx/>
              <a:buNone/>
              <a:tabLst/>
              <a:defRPr/>
            </a:pPr>
            <a:r>
              <a:rPr kumimoji="0" lang="ja-JP" altLang="en-US" sz="1200">
                <a:solidFill>
                  <a:schemeClr val="tx1"/>
                </a:solidFill>
                <a:latin typeface="BIZ UDPゴシック" panose="020B0400000000000000" pitchFamily="50" charset="-128"/>
                <a:ea typeface="BIZ UDPゴシック" panose="020B0400000000000000" pitchFamily="50" charset="-128"/>
              </a:rPr>
              <a:t>事業内容</a:t>
            </a:r>
            <a:endParaRPr kumimoji="0" lang="en-US" altLang="ja-JP" sz="1200">
              <a:solidFill>
                <a:schemeClr val="tx1"/>
              </a:solidFill>
              <a:latin typeface="BIZ UDPゴシック" panose="020B0400000000000000" pitchFamily="50" charset="-128"/>
              <a:ea typeface="BIZ UDPゴシック" panose="020B0400000000000000" pitchFamily="50" charset="-128"/>
            </a:endParaRPr>
          </a:p>
        </p:txBody>
      </p:sp>
      <p:sp>
        <p:nvSpPr>
          <p:cNvPr id="5" name="正方形/長方形 4">
            <a:extLst>
              <a:ext uri="{FF2B5EF4-FFF2-40B4-BE49-F238E27FC236}">
                <a16:creationId xmlns:a16="http://schemas.microsoft.com/office/drawing/2014/main" id="{18A95955-14F2-D4E4-A40E-4ADF430BB1FC}"/>
              </a:ext>
            </a:extLst>
          </p:cNvPr>
          <p:cNvSpPr/>
          <p:nvPr/>
        </p:nvSpPr>
        <p:spPr>
          <a:xfrm>
            <a:off x="6329509" y="1268031"/>
            <a:ext cx="1224000" cy="307777"/>
          </a:xfrm>
          <a:prstGeom prst="rect">
            <a:avLst/>
          </a:prstGeom>
          <a:noFill/>
        </p:spPr>
        <p:txBody>
          <a:bodyPr wrap="square" lIns="91440" tIns="45720" rIns="91440" bIns="45720" anchor="ctr" anchorCtr="0">
            <a:noAutofit/>
          </a:bodyPr>
          <a:lstStyle/>
          <a:p>
            <a:pPr marR="0" lvl="0" defTabSz="895225" rtl="0" eaLnBrk="1" fontAlgn="auto" latinLnBrk="0" hangingPunct="1">
              <a:lnSpc>
                <a:spcPct val="100000"/>
              </a:lnSpc>
              <a:spcBef>
                <a:spcPct val="20000"/>
              </a:spcBef>
              <a:spcAft>
                <a:spcPts val="0"/>
              </a:spcAft>
              <a:buClrTx/>
              <a:buSzTx/>
              <a:buFontTx/>
              <a:buNone/>
              <a:tabLst/>
              <a:defRPr/>
            </a:pPr>
            <a:endParaRPr kumimoji="0" lang="en-US" altLang="ja-JP" sz="1400" b="1">
              <a:latin typeface="BIZ UDPゴシック" panose="020B0400000000000000" pitchFamily="50" charset="-128"/>
              <a:ea typeface="BIZ UDPゴシック" panose="020B0400000000000000" pitchFamily="50" charset="-128"/>
            </a:endParaRPr>
          </a:p>
        </p:txBody>
      </p:sp>
      <p:sp>
        <p:nvSpPr>
          <p:cNvPr id="6" name="正方形/長方形 5">
            <a:extLst>
              <a:ext uri="{FF2B5EF4-FFF2-40B4-BE49-F238E27FC236}">
                <a16:creationId xmlns:a16="http://schemas.microsoft.com/office/drawing/2014/main" id="{7E53235A-57F7-BC23-1985-2EEE636F1214}"/>
              </a:ext>
            </a:extLst>
          </p:cNvPr>
          <p:cNvSpPr/>
          <p:nvPr/>
        </p:nvSpPr>
        <p:spPr>
          <a:xfrm>
            <a:off x="6329509" y="3724426"/>
            <a:ext cx="1224000" cy="307777"/>
          </a:xfrm>
          <a:prstGeom prst="rect">
            <a:avLst/>
          </a:prstGeom>
          <a:noFill/>
        </p:spPr>
        <p:txBody>
          <a:bodyPr wrap="none" lIns="91440" tIns="45720" rIns="91440" bIns="45720" anchor="ctr" anchorCtr="0">
            <a:noAutofit/>
          </a:bodyPr>
          <a:lstStyle/>
          <a:p>
            <a:pPr fontAlgn="ctr"/>
            <a:endParaRPr lang="en-US" altLang="ja-JP" sz="1400" b="1" i="0" u="none" strike="noStrike">
              <a:effectLst/>
              <a:latin typeface="BIZ UDPゴシック" panose="020B0400000000000000" pitchFamily="50" charset="-128"/>
              <a:ea typeface="BIZ UDPゴシック" panose="020B0400000000000000" pitchFamily="50" charset="-128"/>
            </a:endParaRPr>
          </a:p>
        </p:txBody>
      </p:sp>
      <p:graphicFrame>
        <p:nvGraphicFramePr>
          <p:cNvPr id="7" name="表 16">
            <a:extLst>
              <a:ext uri="{FF2B5EF4-FFF2-40B4-BE49-F238E27FC236}">
                <a16:creationId xmlns:a16="http://schemas.microsoft.com/office/drawing/2014/main" id="{6B0AD685-9A9A-D281-9EC0-8B20E3504B3C}"/>
              </a:ext>
            </a:extLst>
          </p:cNvPr>
          <p:cNvGraphicFramePr>
            <a:graphicFrameLocks noGrp="1"/>
          </p:cNvGraphicFramePr>
          <p:nvPr/>
        </p:nvGraphicFramePr>
        <p:xfrm>
          <a:off x="7745531" y="1352371"/>
          <a:ext cx="3446974" cy="1445514"/>
        </p:xfrm>
        <a:graphic>
          <a:graphicData uri="http://schemas.openxmlformats.org/drawingml/2006/table">
            <a:tbl>
              <a:tblPr firstRow="1" bandRow="1">
                <a:tableStyleId>{5C22544A-7EE6-4342-B048-85BDC9FD1C3A}</a:tableStyleId>
              </a:tblPr>
              <a:tblGrid>
                <a:gridCol w="3446974">
                  <a:extLst>
                    <a:ext uri="{9D8B030D-6E8A-4147-A177-3AD203B41FA5}">
                      <a16:colId xmlns:a16="http://schemas.microsoft.com/office/drawing/2014/main" val="673515169"/>
                    </a:ext>
                  </a:extLst>
                </a:gridCol>
              </a:tblGrid>
              <a:tr h="242596">
                <a:tc>
                  <a:txBody>
                    <a:bodyPr/>
                    <a:lstStyle/>
                    <a:p>
                      <a:pPr marL="180975" marR="0" lvl="0" indent="-180975" algn="l" defTabSz="895225" rtl="0" eaLnBrk="1" fontAlgn="auto" latinLnBrk="0" hangingPunct="1">
                        <a:lnSpc>
                          <a:spcPct val="120000"/>
                        </a:lnSpc>
                        <a:spcBef>
                          <a:spcPts val="0"/>
                        </a:spcBef>
                        <a:spcAft>
                          <a:spcPts val="200"/>
                        </a:spcAft>
                        <a:buClrTx/>
                        <a:buSzTx/>
                        <a:buFont typeface="Arial" panose="020B0604020202020204" pitchFamily="34" charset="0"/>
                        <a:buChar char="•"/>
                        <a:tabLst/>
                        <a:defRPr/>
                      </a:pPr>
                      <a:r>
                        <a:rPr kumimoji="0" lang="ja-JP" altLang="en-US" sz="1200" b="0" baseline="0">
                          <a:solidFill>
                            <a:schemeClr val="tx1">
                              <a:lumMod val="75000"/>
                              <a:lumOff val="25000"/>
                            </a:schemeClr>
                          </a:solidFill>
                          <a:latin typeface="+mn-lt"/>
                          <a:ea typeface="BIZ UDPゴシック" panose="020B0400000000000000" pitchFamily="50" charset="-128"/>
                        </a:rPr>
                        <a:t>事業戦略・業務改革コンサルティング</a:t>
                      </a:r>
                      <a:r>
                        <a:rPr kumimoji="0" lang="en-US" altLang="ja-JP" sz="1200" b="0" baseline="0">
                          <a:solidFill>
                            <a:schemeClr val="tx1">
                              <a:lumMod val="75000"/>
                              <a:lumOff val="25000"/>
                            </a:schemeClr>
                          </a:solidFill>
                          <a:latin typeface="+mn-lt"/>
                          <a:ea typeface="BIZ UDPゴシック" panose="020B0400000000000000" pitchFamily="50" charset="-128"/>
                        </a:rPr>
                        <a:t>   </a:t>
                      </a:r>
                      <a:endParaRPr kumimoji="0" lang="ja-JP" altLang="en-US" sz="1200" b="0" baseline="0">
                        <a:solidFill>
                          <a:schemeClr val="tx1">
                            <a:lumMod val="75000"/>
                            <a:lumOff val="25000"/>
                          </a:schemeClr>
                        </a:solidFill>
                        <a:latin typeface="+mn-lt"/>
                        <a:ea typeface="BIZ UDPゴシック" panose="020B0400000000000000" pitchFamily="50"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50941003"/>
                  </a:ext>
                </a:extLst>
              </a:tr>
              <a:tr h="242596">
                <a:tc>
                  <a:txBody>
                    <a:bodyPr/>
                    <a:lstStyle/>
                    <a:p>
                      <a:pPr marL="180975" marR="0" lvl="0" indent="-180975" algn="l" defTabSz="895225" rtl="0" eaLnBrk="1" fontAlgn="auto" latinLnBrk="0" hangingPunct="1">
                        <a:lnSpc>
                          <a:spcPct val="120000"/>
                        </a:lnSpc>
                        <a:spcBef>
                          <a:spcPts val="0"/>
                        </a:spcBef>
                        <a:spcAft>
                          <a:spcPts val="200"/>
                        </a:spcAft>
                        <a:buClrTx/>
                        <a:buSzTx/>
                        <a:buFont typeface="Arial" panose="020B0604020202020204" pitchFamily="34" charset="0"/>
                        <a:buChar char="•"/>
                        <a:tabLst/>
                        <a:defRPr/>
                      </a:pPr>
                      <a:r>
                        <a:rPr kumimoji="0" lang="en-US" altLang="ja-JP" sz="1200" b="0" baseline="0">
                          <a:solidFill>
                            <a:schemeClr val="tx1">
                              <a:lumMod val="75000"/>
                              <a:lumOff val="25000"/>
                            </a:schemeClr>
                          </a:solidFill>
                          <a:latin typeface="+mn-lt"/>
                          <a:ea typeface="BIZ UDPゴシック" panose="020B0400000000000000" pitchFamily="50" charset="-128"/>
                        </a:rPr>
                        <a:t>IT</a:t>
                      </a:r>
                      <a:r>
                        <a:rPr kumimoji="0" lang="ja-JP" altLang="en-US" sz="1200" b="0" baseline="0">
                          <a:solidFill>
                            <a:schemeClr val="tx1">
                              <a:lumMod val="75000"/>
                              <a:lumOff val="25000"/>
                            </a:schemeClr>
                          </a:solidFill>
                          <a:latin typeface="+mn-lt"/>
                          <a:ea typeface="BIZ UDPゴシック" panose="020B0400000000000000" pitchFamily="50" charset="-128"/>
                        </a:rPr>
                        <a:t>コンサルティング</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38682330"/>
                  </a:ext>
                </a:extLst>
              </a:tr>
              <a:tr h="242596">
                <a:tc>
                  <a:txBody>
                    <a:bodyPr/>
                    <a:lstStyle/>
                    <a:p>
                      <a:pPr marL="180975" marR="0" lvl="0" indent="-180975" algn="l" defTabSz="895225" rtl="0" eaLnBrk="1" fontAlgn="auto" latinLnBrk="0" hangingPunct="1">
                        <a:lnSpc>
                          <a:spcPct val="120000"/>
                        </a:lnSpc>
                        <a:spcBef>
                          <a:spcPts val="0"/>
                        </a:spcBef>
                        <a:spcAft>
                          <a:spcPts val="200"/>
                        </a:spcAft>
                        <a:buClrTx/>
                        <a:buSzTx/>
                        <a:buFont typeface="Arial" panose="020B0604020202020204" pitchFamily="34" charset="0"/>
                        <a:buChar char="•"/>
                        <a:tabLst/>
                        <a:defRPr/>
                      </a:pPr>
                      <a:r>
                        <a:rPr kumimoji="0" lang="ja-JP" altLang="en-US" sz="1200" b="0" baseline="0">
                          <a:solidFill>
                            <a:schemeClr val="tx1">
                              <a:lumMod val="75000"/>
                              <a:lumOff val="25000"/>
                            </a:schemeClr>
                          </a:solidFill>
                          <a:latin typeface="+mn-lt"/>
                          <a:ea typeface="BIZ UDPゴシック" panose="020B0400000000000000" pitchFamily="50" charset="-128"/>
                        </a:rPr>
                        <a:t>プロジェクトマネジメント支援</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1575569"/>
                  </a:ext>
                </a:extLst>
              </a:tr>
              <a:tr h="242596">
                <a:tc>
                  <a:txBody>
                    <a:bodyPr/>
                    <a:lstStyle/>
                    <a:p>
                      <a:pPr marL="180975" marR="0" lvl="0" indent="-180975" algn="l" defTabSz="895225"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ja-JP" altLang="en-US" sz="1200" b="0" baseline="0">
                          <a:solidFill>
                            <a:schemeClr val="tx1">
                              <a:lumMod val="75000"/>
                              <a:lumOff val="25000"/>
                            </a:schemeClr>
                          </a:solidFill>
                          <a:latin typeface="+mn-lt"/>
                          <a:ea typeface="BIZ UDPゴシック" panose="020B0400000000000000" pitchFamily="50" charset="-128"/>
                        </a:rPr>
                        <a:t>プロコンサル派遣・人材紹介</a:t>
                      </a:r>
                      <a:endParaRPr kumimoji="0" lang="en-US" altLang="ja-JP" sz="1200" b="0" baseline="0">
                        <a:solidFill>
                          <a:schemeClr val="tx1">
                            <a:lumMod val="75000"/>
                            <a:lumOff val="25000"/>
                          </a:schemeClr>
                        </a:solidFill>
                        <a:latin typeface="+mn-lt"/>
                        <a:ea typeface="BIZ UDPゴシック" panose="020B0400000000000000" pitchFamily="50" charset="-128"/>
                        <a:cs typeface="Segoe UI" panose="020B0502040204020203"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8414319"/>
                  </a:ext>
                </a:extLst>
              </a:tr>
              <a:tr h="242596">
                <a:tc>
                  <a:txBody>
                    <a:bodyPr/>
                    <a:lstStyle/>
                    <a:p>
                      <a:pPr marL="180975" marR="0" lvl="0" indent="-180975" algn="l" defTabSz="895225"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ja-JP" altLang="en-US" sz="1200" b="0" baseline="0">
                          <a:solidFill>
                            <a:schemeClr val="tx1">
                              <a:lumMod val="75000"/>
                              <a:lumOff val="25000"/>
                            </a:schemeClr>
                          </a:solidFill>
                          <a:latin typeface="+mn-lt"/>
                          <a:ea typeface="BIZ UDPゴシック" panose="020B0400000000000000" pitchFamily="50" charset="-128"/>
                        </a:rPr>
                        <a:t>新規事業開発・営業推進支援</a:t>
                      </a:r>
                      <a:endParaRPr lang="en-US" altLang="ja-JP" sz="1200" b="0" baseline="0">
                        <a:solidFill>
                          <a:schemeClr val="tx1">
                            <a:lumMod val="75000"/>
                            <a:lumOff val="25000"/>
                          </a:schemeClr>
                        </a:solidFill>
                        <a:effectLst/>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4265029"/>
                  </a:ext>
                </a:extLst>
              </a:tr>
            </a:tbl>
          </a:graphicData>
        </a:graphic>
      </p:graphicFrame>
      <p:cxnSp>
        <p:nvCxnSpPr>
          <p:cNvPr id="8" name="直線コネクタ 7">
            <a:extLst>
              <a:ext uri="{FF2B5EF4-FFF2-40B4-BE49-F238E27FC236}">
                <a16:creationId xmlns:a16="http://schemas.microsoft.com/office/drawing/2014/main" id="{4548D37F-0576-B8A4-9508-57BE3127A621}"/>
              </a:ext>
            </a:extLst>
          </p:cNvPr>
          <p:cNvCxnSpPr>
            <a:cxnSpLocks/>
          </p:cNvCxnSpPr>
          <p:nvPr/>
        </p:nvCxnSpPr>
        <p:spPr bwMode="auto">
          <a:xfrm>
            <a:off x="6329509" y="1180922"/>
            <a:ext cx="5200974" cy="0"/>
          </a:xfrm>
          <a:prstGeom prst="line">
            <a:avLst/>
          </a:prstGeom>
          <a:noFill/>
          <a:ln w="12700" cap="flat" cmpd="sng" algn="ctr">
            <a:solidFill>
              <a:schemeClr val="bg1">
                <a:lumMod val="75000"/>
              </a:schemeClr>
            </a:solidFill>
            <a:prstDash val="solid"/>
            <a:round/>
            <a:headEnd type="none" w="med" len="med"/>
            <a:tailEnd type="none" w="med" len="med"/>
          </a:ln>
          <a:effectLst/>
        </p:spPr>
      </p:cxnSp>
      <p:graphicFrame>
        <p:nvGraphicFramePr>
          <p:cNvPr id="9" name="表 14">
            <a:extLst>
              <a:ext uri="{FF2B5EF4-FFF2-40B4-BE49-F238E27FC236}">
                <a16:creationId xmlns:a16="http://schemas.microsoft.com/office/drawing/2014/main" id="{7D1032B8-3245-D1BA-0DC5-70D66E738E51}"/>
              </a:ext>
            </a:extLst>
          </p:cNvPr>
          <p:cNvGraphicFramePr>
            <a:graphicFrameLocks noGrp="1"/>
          </p:cNvGraphicFramePr>
          <p:nvPr/>
        </p:nvGraphicFramePr>
        <p:xfrm>
          <a:off x="661517" y="1192497"/>
          <a:ext cx="5364161" cy="4881684"/>
        </p:xfrm>
        <a:graphic>
          <a:graphicData uri="http://schemas.openxmlformats.org/drawingml/2006/table">
            <a:tbl>
              <a:tblPr firstRow="1" bandRow="1">
                <a:tableStyleId>{2D5ABB26-0587-4C30-8999-92F81FD0307C}</a:tableStyleId>
              </a:tblPr>
              <a:tblGrid>
                <a:gridCol w="1331903">
                  <a:extLst>
                    <a:ext uri="{9D8B030D-6E8A-4147-A177-3AD203B41FA5}">
                      <a16:colId xmlns:a16="http://schemas.microsoft.com/office/drawing/2014/main" val="3680356675"/>
                    </a:ext>
                  </a:extLst>
                </a:gridCol>
                <a:gridCol w="4032258">
                  <a:extLst>
                    <a:ext uri="{9D8B030D-6E8A-4147-A177-3AD203B41FA5}">
                      <a16:colId xmlns:a16="http://schemas.microsoft.com/office/drawing/2014/main" val="3518339317"/>
                    </a:ext>
                  </a:extLst>
                </a:gridCol>
              </a:tblGrid>
              <a:tr h="615339">
                <a:tc>
                  <a:txBody>
                    <a:bodyPr/>
                    <a:lstStyle/>
                    <a:p>
                      <a:pPr marL="108000" marR="0" lvl="0" indent="0" algn="l" defTabSz="895225" rtl="0" eaLnBrk="1" fontAlgn="auto" latinLnBrk="0" hangingPunct="1">
                        <a:lnSpc>
                          <a:spcPct val="100000"/>
                        </a:lnSpc>
                        <a:spcBef>
                          <a:spcPts val="0"/>
                        </a:spcBef>
                        <a:spcAft>
                          <a:spcPts val="0"/>
                        </a:spcAft>
                        <a:buClrTx/>
                        <a:buSzTx/>
                        <a:buFontTx/>
                        <a:buNone/>
                        <a:tabLst/>
                        <a:defRPr/>
                      </a:pPr>
                      <a:r>
                        <a:rPr lang="ja-JP" altLang="en-US" sz="1200" b="0">
                          <a:solidFill>
                            <a:schemeClr val="tx1"/>
                          </a:solidFill>
                          <a:latin typeface="+mn-ea"/>
                          <a:ea typeface="+mn-ea"/>
                        </a:rPr>
                        <a:t>社名</a:t>
                      </a:r>
                      <a:endParaRPr lang="en-US" sz="1200" b="0">
                        <a:solidFill>
                          <a:schemeClr val="tx1"/>
                        </a:solidFill>
                        <a:latin typeface="+mn-ea"/>
                        <a:ea typeface="+mn-ea"/>
                      </a:endParaRPr>
                    </a:p>
                  </a:txBody>
                  <a:tcPr marL="0" marR="0" anchor="ctr">
                    <a:lnL>
                      <a:noFill/>
                    </a:lnL>
                    <a:lnR>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895225" rtl="0" eaLnBrk="1" fontAlgn="auto" latinLnBrk="0" hangingPunct="1">
                        <a:lnSpc>
                          <a:spcPct val="100000"/>
                        </a:lnSpc>
                        <a:spcBef>
                          <a:spcPts val="0"/>
                        </a:spcBef>
                        <a:spcAft>
                          <a:spcPts val="0"/>
                        </a:spcAft>
                        <a:buClrTx/>
                        <a:buSzTx/>
                        <a:buFontTx/>
                        <a:buNone/>
                        <a:tabLst/>
                        <a:defRPr/>
                      </a:pPr>
                      <a:r>
                        <a:rPr lang="en-US" sz="1200" b="0">
                          <a:solidFill>
                            <a:schemeClr val="tx1"/>
                          </a:solidFill>
                          <a:latin typeface="+mn-ea"/>
                          <a:ea typeface="+mn-ea"/>
                        </a:rPr>
                        <a:t>INTLOOP</a:t>
                      </a:r>
                      <a:r>
                        <a:rPr lang="ja-JP" altLang="en-US" sz="1200" b="0">
                          <a:solidFill>
                            <a:schemeClr val="tx1"/>
                          </a:solidFill>
                          <a:latin typeface="+mn-ea"/>
                          <a:ea typeface="+mn-ea"/>
                        </a:rPr>
                        <a:t>株式会社</a:t>
                      </a:r>
                      <a:endParaRPr kumimoji="0" lang="en-US" altLang="ja-JP" sz="1200" b="0">
                        <a:solidFill>
                          <a:schemeClr val="tx1"/>
                        </a:solidFill>
                        <a:latin typeface="+mn-ea"/>
                        <a:ea typeface="+mn-ea"/>
                        <a:cs typeface="Segoe UI" panose="020B0502040204020203" pitchFamily="34" charset="0"/>
                      </a:endParaRPr>
                    </a:p>
                  </a:txBody>
                  <a:tcPr marL="180000" marR="0" anchor="ctr">
                    <a:lnL>
                      <a:noFill/>
                    </a:lnL>
                    <a:lnR>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41632567"/>
                  </a:ext>
                </a:extLst>
              </a:tr>
              <a:tr h="615339">
                <a:tc>
                  <a:txBody>
                    <a:bodyPr/>
                    <a:lstStyle/>
                    <a:p>
                      <a:pPr marL="108000" marR="0" lvl="0" indent="0" algn="l" defTabSz="895225" rtl="0" eaLnBrk="1" fontAlgn="auto" latinLnBrk="0" hangingPunct="1">
                        <a:lnSpc>
                          <a:spcPct val="100000"/>
                        </a:lnSpc>
                        <a:spcBef>
                          <a:spcPts val="0"/>
                        </a:spcBef>
                        <a:spcAft>
                          <a:spcPts val="0"/>
                        </a:spcAft>
                        <a:buClrTx/>
                        <a:buSzTx/>
                        <a:buFontTx/>
                        <a:buNone/>
                        <a:tabLst/>
                        <a:defRPr/>
                      </a:pPr>
                      <a:r>
                        <a:rPr lang="ja-JP" altLang="en-US" sz="1200" b="0">
                          <a:solidFill>
                            <a:schemeClr val="tx1"/>
                          </a:solidFill>
                          <a:latin typeface="+mn-ea"/>
                          <a:ea typeface="+mn-ea"/>
                        </a:rPr>
                        <a:t>代表取締役</a:t>
                      </a:r>
                      <a:endParaRPr lang="en-US" sz="1200" b="0">
                        <a:solidFill>
                          <a:schemeClr val="tx1"/>
                        </a:solidFill>
                        <a:latin typeface="+mn-ea"/>
                        <a:ea typeface="+mn-ea"/>
                      </a:endParaRPr>
                    </a:p>
                  </a:txBody>
                  <a:tcPr marL="0" marR="0" anchor="ctr">
                    <a:lnL>
                      <a:noFill/>
                    </a:lnL>
                    <a:lnR>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895225" rtl="0" eaLnBrk="1" fontAlgn="auto" latinLnBrk="0" hangingPunct="1">
                        <a:lnSpc>
                          <a:spcPct val="100000"/>
                        </a:lnSpc>
                        <a:spcBef>
                          <a:spcPts val="0"/>
                        </a:spcBef>
                        <a:spcAft>
                          <a:spcPts val="0"/>
                        </a:spcAft>
                        <a:buClrTx/>
                        <a:buSzTx/>
                        <a:buFontTx/>
                        <a:buNone/>
                        <a:tabLst/>
                        <a:defRPr/>
                      </a:pPr>
                      <a:r>
                        <a:rPr lang="ja-JP" altLang="en-US" sz="1200" b="0">
                          <a:solidFill>
                            <a:schemeClr val="tx1"/>
                          </a:solidFill>
                          <a:latin typeface="+mn-ea"/>
                          <a:ea typeface="+mn-ea"/>
                        </a:rPr>
                        <a:t>林　博文</a:t>
                      </a:r>
                      <a:endParaRPr lang="en-US" altLang="ja-JP" sz="1200" b="0">
                        <a:solidFill>
                          <a:schemeClr val="tx1"/>
                        </a:solidFill>
                        <a:latin typeface="+mn-ea"/>
                        <a:ea typeface="+mn-ea"/>
                      </a:endParaRPr>
                    </a:p>
                  </a:txBody>
                  <a:tcPr marL="180000" marR="0" anchor="ctr">
                    <a:lnL>
                      <a:noFill/>
                    </a:lnL>
                    <a:lnR>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4839719"/>
                  </a:ext>
                </a:extLst>
              </a:tr>
              <a:tr h="615339">
                <a:tc>
                  <a:txBody>
                    <a:bodyPr/>
                    <a:lstStyle/>
                    <a:p>
                      <a:pPr marL="108000" marR="0" lvl="0" indent="0" algn="l" defTabSz="895225" rtl="0" eaLnBrk="1" fontAlgn="auto" latinLnBrk="0" hangingPunct="1">
                        <a:lnSpc>
                          <a:spcPct val="100000"/>
                        </a:lnSpc>
                        <a:spcBef>
                          <a:spcPts val="0"/>
                        </a:spcBef>
                        <a:spcAft>
                          <a:spcPts val="0"/>
                        </a:spcAft>
                        <a:buClrTx/>
                        <a:buSzTx/>
                        <a:buFontTx/>
                        <a:buNone/>
                        <a:tabLst/>
                        <a:defRPr/>
                      </a:pPr>
                      <a:r>
                        <a:rPr lang="ja-JP" altLang="en-US" sz="1200" b="0">
                          <a:solidFill>
                            <a:schemeClr val="tx1"/>
                          </a:solidFill>
                          <a:latin typeface="+mn-ea"/>
                          <a:ea typeface="+mn-ea"/>
                        </a:rPr>
                        <a:t>本社所在地</a:t>
                      </a:r>
                      <a:endParaRPr lang="en-US" sz="1200" b="0">
                        <a:solidFill>
                          <a:schemeClr val="tx1"/>
                        </a:solidFill>
                        <a:latin typeface="+mn-ea"/>
                        <a:ea typeface="+mn-ea"/>
                      </a:endParaRPr>
                    </a:p>
                  </a:txBody>
                  <a:tcPr marL="0" marR="0" anchor="ctr">
                    <a:lnL>
                      <a:noFill/>
                    </a:lnL>
                    <a:lnR>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895225" rtl="0" eaLnBrk="1" fontAlgn="auto" latinLnBrk="0" hangingPunct="1">
                        <a:lnSpc>
                          <a:spcPct val="100000"/>
                        </a:lnSpc>
                        <a:spcBef>
                          <a:spcPts val="0"/>
                        </a:spcBef>
                        <a:spcAft>
                          <a:spcPts val="0"/>
                        </a:spcAft>
                        <a:buClrTx/>
                        <a:buSzTx/>
                        <a:buFontTx/>
                        <a:buNone/>
                        <a:tabLst/>
                        <a:defRPr/>
                      </a:pPr>
                      <a:r>
                        <a:rPr lang="zh-CN" altLang="en-US" sz="1200" b="0">
                          <a:solidFill>
                            <a:schemeClr val="tx1"/>
                          </a:solidFill>
                          <a:latin typeface="+mn-ea"/>
                          <a:ea typeface="+mn-ea"/>
                        </a:rPr>
                        <a:t>東京都港区赤坂</a:t>
                      </a:r>
                      <a:r>
                        <a:rPr lang="ja-JP" altLang="en-US" sz="1200" b="0">
                          <a:solidFill>
                            <a:schemeClr val="tx1"/>
                          </a:solidFill>
                          <a:latin typeface="+mn-ea"/>
                          <a:ea typeface="+mn-ea"/>
                        </a:rPr>
                        <a:t>二丁目</a:t>
                      </a:r>
                      <a:r>
                        <a:rPr lang="en-US" altLang="ja-JP" sz="1200" b="0">
                          <a:solidFill>
                            <a:schemeClr val="tx1"/>
                          </a:solidFill>
                          <a:latin typeface="+mn-ea"/>
                          <a:ea typeface="+mn-ea"/>
                        </a:rPr>
                        <a:t>4-6</a:t>
                      </a:r>
                      <a:r>
                        <a:rPr lang="ja-JP" altLang="en-US" sz="1200" b="0">
                          <a:solidFill>
                            <a:schemeClr val="tx1"/>
                          </a:solidFill>
                          <a:latin typeface="+mn-ea"/>
                          <a:ea typeface="+mn-ea"/>
                        </a:rPr>
                        <a:t>　赤坂グリーンクロス</a:t>
                      </a:r>
                      <a:r>
                        <a:rPr lang="en-US" altLang="ja-JP" sz="1200" b="0">
                          <a:solidFill>
                            <a:schemeClr val="tx1"/>
                          </a:solidFill>
                          <a:latin typeface="+mn-ea"/>
                          <a:ea typeface="+mn-ea"/>
                        </a:rPr>
                        <a:t>27F</a:t>
                      </a:r>
                      <a:endParaRPr lang="en-US" altLang="zh-CN" sz="1200" b="0">
                        <a:solidFill>
                          <a:schemeClr val="tx1"/>
                        </a:solidFill>
                        <a:latin typeface="+mn-ea"/>
                        <a:ea typeface="+mn-ea"/>
                      </a:endParaRPr>
                    </a:p>
                  </a:txBody>
                  <a:tcPr marL="180000" marR="0" anchor="ctr">
                    <a:lnL>
                      <a:noFill/>
                    </a:lnL>
                    <a:lnR>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38966604"/>
                  </a:ext>
                </a:extLst>
              </a:tr>
              <a:tr h="615339">
                <a:tc>
                  <a:txBody>
                    <a:bodyPr/>
                    <a:lstStyle/>
                    <a:p>
                      <a:pPr marL="108000" marR="0" lvl="0" indent="0" algn="l" defTabSz="895225" rtl="0" eaLnBrk="1" fontAlgn="auto" latinLnBrk="0" hangingPunct="1">
                        <a:lnSpc>
                          <a:spcPct val="100000"/>
                        </a:lnSpc>
                        <a:spcBef>
                          <a:spcPts val="0"/>
                        </a:spcBef>
                        <a:spcAft>
                          <a:spcPts val="0"/>
                        </a:spcAft>
                        <a:buClrTx/>
                        <a:buSzTx/>
                        <a:buFontTx/>
                        <a:buNone/>
                        <a:tabLst/>
                        <a:defRPr/>
                      </a:pPr>
                      <a:r>
                        <a:rPr lang="ja-JP" altLang="en-US" sz="1200" b="0">
                          <a:solidFill>
                            <a:schemeClr val="tx1"/>
                          </a:solidFill>
                          <a:latin typeface="+mn-ea"/>
                          <a:ea typeface="+mn-ea"/>
                        </a:rPr>
                        <a:t>設立日</a:t>
                      </a:r>
                      <a:endParaRPr lang="en-US" sz="1200" b="0">
                        <a:solidFill>
                          <a:schemeClr val="tx1"/>
                        </a:solidFill>
                        <a:latin typeface="+mn-ea"/>
                        <a:ea typeface="+mn-ea"/>
                      </a:endParaRPr>
                    </a:p>
                  </a:txBody>
                  <a:tcPr marL="0" marR="0" anchor="ctr">
                    <a:lnL>
                      <a:noFill/>
                    </a:lnL>
                    <a:lnR>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895225" rtl="0" eaLnBrk="1" fontAlgn="auto" latinLnBrk="0" hangingPunct="1">
                        <a:lnSpc>
                          <a:spcPct val="100000"/>
                        </a:lnSpc>
                        <a:spcBef>
                          <a:spcPts val="0"/>
                        </a:spcBef>
                        <a:spcAft>
                          <a:spcPts val="0"/>
                        </a:spcAft>
                        <a:buClrTx/>
                        <a:buSzTx/>
                        <a:buFontTx/>
                        <a:buNone/>
                        <a:tabLst/>
                        <a:defRPr/>
                      </a:pPr>
                      <a:r>
                        <a:rPr lang="en-US" altLang="ja-JP" sz="1200" b="0">
                          <a:solidFill>
                            <a:schemeClr val="tx1"/>
                          </a:solidFill>
                          <a:latin typeface="+mn-ea"/>
                          <a:ea typeface="+mn-ea"/>
                        </a:rPr>
                        <a:t>2005</a:t>
                      </a:r>
                      <a:r>
                        <a:rPr lang="ja-JP" altLang="en-US" sz="1200" b="0">
                          <a:solidFill>
                            <a:schemeClr val="tx1"/>
                          </a:solidFill>
                          <a:latin typeface="+mn-ea"/>
                          <a:ea typeface="+mn-ea"/>
                        </a:rPr>
                        <a:t>年</a:t>
                      </a:r>
                      <a:r>
                        <a:rPr lang="en-US" altLang="ja-JP" sz="1200" b="0">
                          <a:solidFill>
                            <a:schemeClr val="tx1"/>
                          </a:solidFill>
                          <a:latin typeface="+mn-ea"/>
                          <a:ea typeface="+mn-ea"/>
                        </a:rPr>
                        <a:t>2</a:t>
                      </a:r>
                      <a:r>
                        <a:rPr lang="ja-JP" altLang="en-US" sz="1200" b="0">
                          <a:solidFill>
                            <a:schemeClr val="tx1"/>
                          </a:solidFill>
                          <a:latin typeface="+mn-ea"/>
                          <a:ea typeface="+mn-ea"/>
                        </a:rPr>
                        <a:t>月</a:t>
                      </a:r>
                      <a:r>
                        <a:rPr lang="en-US" altLang="ja-JP" sz="1200" b="0">
                          <a:solidFill>
                            <a:schemeClr val="tx1"/>
                          </a:solidFill>
                          <a:latin typeface="+mn-ea"/>
                          <a:ea typeface="+mn-ea"/>
                        </a:rPr>
                        <a:t>25</a:t>
                      </a:r>
                      <a:r>
                        <a:rPr lang="ja-JP" altLang="en-US" sz="1200" b="0">
                          <a:solidFill>
                            <a:schemeClr val="tx1"/>
                          </a:solidFill>
                          <a:latin typeface="+mn-ea"/>
                          <a:ea typeface="+mn-ea"/>
                        </a:rPr>
                        <a:t>日</a:t>
                      </a:r>
                      <a:endParaRPr lang="en-US" altLang="ja-JP" sz="1200" b="0">
                        <a:solidFill>
                          <a:schemeClr val="tx1"/>
                        </a:solidFill>
                        <a:latin typeface="+mn-ea"/>
                        <a:ea typeface="+mn-ea"/>
                      </a:endParaRPr>
                    </a:p>
                  </a:txBody>
                  <a:tcPr marL="180000" marR="0" anchor="ctr">
                    <a:lnL>
                      <a:noFill/>
                    </a:lnL>
                    <a:lnR>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1721917"/>
                  </a:ext>
                </a:extLst>
              </a:tr>
              <a:tr h="605082">
                <a:tc>
                  <a:txBody>
                    <a:bodyPr/>
                    <a:lstStyle/>
                    <a:p>
                      <a:pPr marL="108000" marR="0" lvl="0" indent="0" algn="l" defTabSz="895225" rtl="0" eaLnBrk="1" fontAlgn="auto" latinLnBrk="0" hangingPunct="1">
                        <a:lnSpc>
                          <a:spcPct val="100000"/>
                        </a:lnSpc>
                        <a:spcBef>
                          <a:spcPts val="0"/>
                        </a:spcBef>
                        <a:spcAft>
                          <a:spcPts val="0"/>
                        </a:spcAft>
                        <a:buClrTx/>
                        <a:buSzTx/>
                        <a:buFontTx/>
                        <a:buNone/>
                        <a:tabLst/>
                        <a:defRPr/>
                      </a:pPr>
                      <a:r>
                        <a:rPr lang="ja-JP" altLang="en-US" sz="1200" b="0">
                          <a:solidFill>
                            <a:schemeClr val="tx1"/>
                          </a:solidFill>
                          <a:latin typeface="+mn-ea"/>
                          <a:ea typeface="+mn-ea"/>
                        </a:rPr>
                        <a:t>資本金</a:t>
                      </a:r>
                    </a:p>
                  </a:txBody>
                  <a:tcPr marL="0" marR="0" anchor="ctr">
                    <a:lnL>
                      <a:noFill/>
                    </a:lnL>
                    <a:lnR>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895225" rtl="0" eaLnBrk="1" fontAlgn="auto" latinLnBrk="0" hangingPunct="1">
                        <a:lnSpc>
                          <a:spcPct val="100000"/>
                        </a:lnSpc>
                        <a:spcBef>
                          <a:spcPts val="0"/>
                        </a:spcBef>
                        <a:spcAft>
                          <a:spcPts val="0"/>
                        </a:spcAft>
                        <a:buClrTx/>
                        <a:buSzTx/>
                        <a:buFontTx/>
                        <a:buNone/>
                        <a:tabLst/>
                        <a:defRPr/>
                      </a:pPr>
                      <a:r>
                        <a:rPr lang="ja-JP" altLang="en-US" sz="1200" b="0">
                          <a:solidFill>
                            <a:schemeClr val="tx1"/>
                          </a:solidFill>
                          <a:latin typeface="+mn-ea"/>
                          <a:ea typeface="+mn-ea"/>
                        </a:rPr>
                        <a:t>２，００２百万円（資本剰余金を含む）</a:t>
                      </a:r>
                    </a:p>
                  </a:txBody>
                  <a:tcPr marL="180000" marR="0" anchor="ctr">
                    <a:lnL>
                      <a:noFill/>
                    </a:lnL>
                    <a:lnR>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92942539"/>
                  </a:ext>
                </a:extLst>
              </a:tr>
              <a:tr h="605082">
                <a:tc>
                  <a:txBody>
                    <a:bodyPr/>
                    <a:lstStyle/>
                    <a:p>
                      <a:pPr marL="108000" marR="0" lvl="0" indent="0" algn="l" defTabSz="895225" rtl="0" eaLnBrk="1" fontAlgn="auto" latinLnBrk="0" hangingPunct="1">
                        <a:lnSpc>
                          <a:spcPct val="100000"/>
                        </a:lnSpc>
                        <a:spcBef>
                          <a:spcPts val="0"/>
                        </a:spcBef>
                        <a:spcAft>
                          <a:spcPts val="0"/>
                        </a:spcAft>
                        <a:buClrTx/>
                        <a:buSzTx/>
                        <a:buFontTx/>
                        <a:buNone/>
                        <a:tabLst/>
                        <a:defRPr/>
                      </a:pPr>
                      <a:r>
                        <a:rPr lang="ja-JP" altLang="en-US" sz="1200" b="0">
                          <a:solidFill>
                            <a:schemeClr val="tx1"/>
                          </a:solidFill>
                          <a:latin typeface="+mn-ea"/>
                          <a:ea typeface="+mn-ea"/>
                        </a:rPr>
                        <a:t>事業年度</a:t>
                      </a:r>
                      <a:endParaRPr lang="en-US" sz="1200" b="0">
                        <a:solidFill>
                          <a:schemeClr val="tx1"/>
                        </a:solidFill>
                        <a:latin typeface="+mn-ea"/>
                        <a:ea typeface="+mn-ea"/>
                      </a:endParaRPr>
                    </a:p>
                  </a:txBody>
                  <a:tcPr marL="0" marR="0" anchor="ctr">
                    <a:lnL>
                      <a:noFill/>
                    </a:lnL>
                    <a:lnR>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895225" rtl="0" eaLnBrk="1" fontAlgn="auto" latinLnBrk="0" hangingPunct="1">
                        <a:lnSpc>
                          <a:spcPct val="100000"/>
                        </a:lnSpc>
                        <a:spcBef>
                          <a:spcPts val="0"/>
                        </a:spcBef>
                        <a:spcAft>
                          <a:spcPts val="0"/>
                        </a:spcAft>
                        <a:buClrTx/>
                        <a:buSzTx/>
                        <a:buFontTx/>
                        <a:buNone/>
                        <a:tabLst/>
                        <a:defRPr/>
                      </a:pPr>
                      <a:r>
                        <a:rPr lang="ja-JP" altLang="en-US" sz="1200" b="0">
                          <a:solidFill>
                            <a:schemeClr val="tx1"/>
                          </a:solidFill>
                          <a:latin typeface="+mn-ea"/>
                          <a:ea typeface="+mn-ea"/>
                        </a:rPr>
                        <a:t>毎年</a:t>
                      </a:r>
                      <a:r>
                        <a:rPr lang="en-US" altLang="ja-JP" sz="1200" b="0">
                          <a:solidFill>
                            <a:schemeClr val="tx1"/>
                          </a:solidFill>
                          <a:latin typeface="+mn-ea"/>
                          <a:ea typeface="+mn-ea"/>
                        </a:rPr>
                        <a:t>8</a:t>
                      </a:r>
                      <a:r>
                        <a:rPr lang="ja-JP" altLang="en-US" sz="1200" b="0">
                          <a:solidFill>
                            <a:schemeClr val="tx1"/>
                          </a:solidFill>
                          <a:latin typeface="+mn-ea"/>
                          <a:ea typeface="+mn-ea"/>
                        </a:rPr>
                        <a:t>月</a:t>
                      </a:r>
                      <a:r>
                        <a:rPr lang="en-US" altLang="ja-JP" sz="1200" b="0">
                          <a:solidFill>
                            <a:schemeClr val="tx1"/>
                          </a:solidFill>
                          <a:latin typeface="+mn-ea"/>
                          <a:ea typeface="+mn-ea"/>
                        </a:rPr>
                        <a:t>1</a:t>
                      </a:r>
                      <a:r>
                        <a:rPr lang="ja-JP" altLang="en-US" sz="1200" b="0">
                          <a:solidFill>
                            <a:schemeClr val="tx1"/>
                          </a:solidFill>
                          <a:latin typeface="+mn-ea"/>
                          <a:ea typeface="+mn-ea"/>
                        </a:rPr>
                        <a:t>日から</a:t>
                      </a:r>
                      <a:r>
                        <a:rPr lang="en-US" altLang="ja-JP" sz="1200" b="0">
                          <a:solidFill>
                            <a:schemeClr val="tx1"/>
                          </a:solidFill>
                          <a:latin typeface="+mn-ea"/>
                          <a:ea typeface="+mn-ea"/>
                        </a:rPr>
                        <a:t>7</a:t>
                      </a:r>
                      <a:r>
                        <a:rPr lang="ja-JP" altLang="en-US" sz="1200" b="0">
                          <a:solidFill>
                            <a:schemeClr val="tx1"/>
                          </a:solidFill>
                          <a:latin typeface="+mn-ea"/>
                          <a:ea typeface="+mn-ea"/>
                        </a:rPr>
                        <a:t>月</a:t>
                      </a:r>
                      <a:r>
                        <a:rPr lang="en-US" altLang="ja-JP" sz="1200" b="0">
                          <a:solidFill>
                            <a:schemeClr val="tx1"/>
                          </a:solidFill>
                          <a:latin typeface="+mn-ea"/>
                          <a:ea typeface="+mn-ea"/>
                        </a:rPr>
                        <a:t>31</a:t>
                      </a:r>
                      <a:r>
                        <a:rPr lang="ja-JP" altLang="en-US" sz="1200" b="0">
                          <a:solidFill>
                            <a:schemeClr val="tx1"/>
                          </a:solidFill>
                          <a:latin typeface="+mn-ea"/>
                          <a:ea typeface="+mn-ea"/>
                        </a:rPr>
                        <a:t>日まで</a:t>
                      </a:r>
                    </a:p>
                  </a:txBody>
                  <a:tcPr marL="180000" marR="0" anchor="ctr">
                    <a:lnL>
                      <a:noFill/>
                    </a:lnL>
                    <a:lnR>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05010256"/>
                  </a:ext>
                </a:extLst>
              </a:tr>
              <a:tr h="605082">
                <a:tc>
                  <a:txBody>
                    <a:bodyPr/>
                    <a:lstStyle/>
                    <a:p>
                      <a:pPr marL="108000" marR="0" lvl="0" indent="0" algn="l" defTabSz="895225" rtl="0" eaLnBrk="1" fontAlgn="auto" latinLnBrk="0" hangingPunct="1">
                        <a:lnSpc>
                          <a:spcPct val="100000"/>
                        </a:lnSpc>
                        <a:spcBef>
                          <a:spcPts val="0"/>
                        </a:spcBef>
                        <a:spcAft>
                          <a:spcPts val="0"/>
                        </a:spcAft>
                        <a:buClrTx/>
                        <a:buSzTx/>
                        <a:buFontTx/>
                        <a:buNone/>
                        <a:tabLst/>
                        <a:defRPr/>
                      </a:pPr>
                      <a:r>
                        <a:rPr lang="ja-JP" altLang="en-US" sz="1200" b="0">
                          <a:solidFill>
                            <a:schemeClr val="tx1"/>
                          </a:solidFill>
                          <a:latin typeface="+mn-ea"/>
                          <a:ea typeface="+mn-ea"/>
                        </a:rPr>
                        <a:t>連結売上高</a:t>
                      </a:r>
                      <a:endParaRPr lang="en-US" sz="1200" b="0">
                        <a:solidFill>
                          <a:schemeClr val="tx1"/>
                        </a:solidFill>
                        <a:latin typeface="+mn-ea"/>
                        <a:ea typeface="+mn-ea"/>
                      </a:endParaRPr>
                    </a:p>
                  </a:txBody>
                  <a:tcPr marL="0" marR="0" anchor="ctr">
                    <a:lnL>
                      <a:noFill/>
                    </a:lnL>
                    <a:lnR>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895225" rtl="0" eaLnBrk="1" fontAlgn="auto" latinLnBrk="0" hangingPunct="1">
                        <a:lnSpc>
                          <a:spcPct val="100000"/>
                        </a:lnSpc>
                        <a:spcBef>
                          <a:spcPts val="0"/>
                        </a:spcBef>
                        <a:spcAft>
                          <a:spcPts val="0"/>
                        </a:spcAft>
                        <a:buClrTx/>
                        <a:buSzTx/>
                        <a:buFontTx/>
                        <a:buNone/>
                        <a:tabLst/>
                        <a:defRPr/>
                      </a:pPr>
                      <a:r>
                        <a:rPr lang="ja-JP" altLang="en-US" sz="1200" b="0">
                          <a:solidFill>
                            <a:schemeClr val="tx1"/>
                          </a:solidFill>
                          <a:latin typeface="+mn-ea"/>
                          <a:ea typeface="+mn-ea"/>
                        </a:rPr>
                        <a:t>２７，０７７百万円 </a:t>
                      </a:r>
                      <a:r>
                        <a:rPr lang="en-US" altLang="ja-JP" sz="1200" b="0">
                          <a:solidFill>
                            <a:schemeClr val="tx1"/>
                          </a:solidFill>
                          <a:latin typeface="+mn-ea"/>
                          <a:ea typeface="+mn-ea"/>
                        </a:rPr>
                        <a:t>(24</a:t>
                      </a:r>
                      <a:r>
                        <a:rPr lang="ja-JP" altLang="en-US" sz="1200" b="0">
                          <a:solidFill>
                            <a:schemeClr val="tx1"/>
                          </a:solidFill>
                          <a:latin typeface="+mn-ea"/>
                          <a:ea typeface="+mn-ea"/>
                        </a:rPr>
                        <a:t>年</a:t>
                      </a:r>
                      <a:r>
                        <a:rPr lang="en-US" altLang="ja-JP" sz="1200" b="0">
                          <a:solidFill>
                            <a:schemeClr val="tx1"/>
                          </a:solidFill>
                          <a:latin typeface="+mn-ea"/>
                          <a:ea typeface="+mn-ea"/>
                        </a:rPr>
                        <a:t>7</a:t>
                      </a:r>
                      <a:r>
                        <a:rPr lang="ja-JP" altLang="en-US" sz="1200" b="0">
                          <a:solidFill>
                            <a:schemeClr val="tx1"/>
                          </a:solidFill>
                          <a:latin typeface="+mn-ea"/>
                          <a:ea typeface="+mn-ea"/>
                        </a:rPr>
                        <a:t>月期</a:t>
                      </a:r>
                      <a:r>
                        <a:rPr lang="en-US" altLang="ja-JP" sz="1200" b="0">
                          <a:solidFill>
                            <a:schemeClr val="tx1"/>
                          </a:solidFill>
                          <a:latin typeface="+mn-ea"/>
                          <a:ea typeface="+mn-ea"/>
                        </a:rPr>
                        <a:t>)</a:t>
                      </a:r>
                      <a:r>
                        <a:rPr lang="ja-JP" altLang="en-US" sz="1200" b="0">
                          <a:solidFill>
                            <a:schemeClr val="tx1"/>
                          </a:solidFill>
                          <a:latin typeface="+mn-ea"/>
                          <a:ea typeface="+mn-ea"/>
                        </a:rPr>
                        <a:t>　</a:t>
                      </a:r>
                    </a:p>
                  </a:txBody>
                  <a:tcPr marL="180000" marR="0" anchor="ctr">
                    <a:lnL>
                      <a:noFill/>
                    </a:lnL>
                    <a:lnR>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53925040"/>
                  </a:ext>
                </a:extLst>
              </a:tr>
              <a:tr h="605082">
                <a:tc>
                  <a:txBody>
                    <a:bodyPr/>
                    <a:lstStyle/>
                    <a:p>
                      <a:pPr marL="108000" marR="0" lvl="0" indent="0" algn="l" defTabSz="895225" rtl="0" eaLnBrk="1" fontAlgn="auto" latinLnBrk="0" hangingPunct="1">
                        <a:lnSpc>
                          <a:spcPct val="100000"/>
                        </a:lnSpc>
                        <a:spcBef>
                          <a:spcPts val="0"/>
                        </a:spcBef>
                        <a:spcAft>
                          <a:spcPts val="0"/>
                        </a:spcAft>
                        <a:buClrTx/>
                        <a:buSzTx/>
                        <a:buFontTx/>
                        <a:buNone/>
                        <a:tabLst/>
                        <a:defRPr/>
                      </a:pPr>
                      <a:r>
                        <a:rPr lang="ja-JP" altLang="en-US" sz="1200" b="0">
                          <a:solidFill>
                            <a:schemeClr val="tx1"/>
                          </a:solidFill>
                          <a:latin typeface="+mn-ea"/>
                          <a:ea typeface="+mn-ea"/>
                        </a:rPr>
                        <a:t>連結社員数</a:t>
                      </a:r>
                      <a:endParaRPr lang="en-US" sz="1200" b="0">
                        <a:solidFill>
                          <a:schemeClr val="tx1"/>
                        </a:solidFill>
                        <a:latin typeface="+mn-ea"/>
                        <a:ea typeface="+mn-ea"/>
                      </a:endParaRPr>
                    </a:p>
                  </a:txBody>
                  <a:tcPr marL="0" marR="0" anchor="ctr">
                    <a:lnL>
                      <a:noFill/>
                    </a:lnL>
                    <a:lnR>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895225" rtl="0" eaLnBrk="1" fontAlgn="auto" latinLnBrk="0" hangingPunct="1">
                        <a:lnSpc>
                          <a:spcPct val="100000"/>
                        </a:lnSpc>
                        <a:spcBef>
                          <a:spcPts val="0"/>
                        </a:spcBef>
                        <a:spcAft>
                          <a:spcPts val="0"/>
                        </a:spcAft>
                        <a:buClrTx/>
                        <a:buSzTx/>
                        <a:buFontTx/>
                        <a:buNone/>
                        <a:tabLst/>
                        <a:defRPr/>
                      </a:pPr>
                      <a:r>
                        <a:rPr lang="en-US" altLang="ja-JP" sz="1200" b="0">
                          <a:solidFill>
                            <a:schemeClr val="tx1"/>
                          </a:solidFill>
                          <a:latin typeface="+mn-ea"/>
                          <a:ea typeface="+mn-ea"/>
                        </a:rPr>
                        <a:t>1,159</a:t>
                      </a:r>
                      <a:r>
                        <a:rPr lang="ja-JP" altLang="en-US" sz="1200" b="0">
                          <a:solidFill>
                            <a:schemeClr val="tx1"/>
                          </a:solidFill>
                          <a:latin typeface="+mn-ea"/>
                          <a:ea typeface="+mn-ea"/>
                        </a:rPr>
                        <a:t>人 </a:t>
                      </a:r>
                      <a:r>
                        <a:rPr lang="en-US" altLang="ja-JP" sz="1200" b="0">
                          <a:solidFill>
                            <a:schemeClr val="tx1"/>
                          </a:solidFill>
                          <a:latin typeface="+mn-ea"/>
                          <a:ea typeface="+mn-ea"/>
                        </a:rPr>
                        <a:t>(24</a:t>
                      </a:r>
                      <a:r>
                        <a:rPr lang="ja-JP" altLang="en-US" sz="1200" b="0">
                          <a:solidFill>
                            <a:schemeClr val="tx1"/>
                          </a:solidFill>
                          <a:latin typeface="+mn-ea"/>
                          <a:ea typeface="+mn-ea"/>
                        </a:rPr>
                        <a:t>年</a:t>
                      </a:r>
                      <a:r>
                        <a:rPr lang="en-US" altLang="ja-JP" sz="1200" b="0">
                          <a:solidFill>
                            <a:schemeClr val="tx1"/>
                          </a:solidFill>
                          <a:latin typeface="+mn-ea"/>
                          <a:ea typeface="+mn-ea"/>
                        </a:rPr>
                        <a:t>7</a:t>
                      </a:r>
                      <a:r>
                        <a:rPr lang="ja-JP" altLang="en-US" sz="1200" b="0">
                          <a:solidFill>
                            <a:schemeClr val="tx1"/>
                          </a:solidFill>
                          <a:latin typeface="+mn-ea"/>
                          <a:ea typeface="+mn-ea"/>
                        </a:rPr>
                        <a:t>月期</a:t>
                      </a:r>
                      <a:r>
                        <a:rPr lang="en-US" altLang="ja-JP" sz="1200" b="0">
                          <a:solidFill>
                            <a:schemeClr val="tx1"/>
                          </a:solidFill>
                          <a:latin typeface="+mn-ea"/>
                          <a:ea typeface="+mn-ea"/>
                        </a:rPr>
                        <a:t>)</a:t>
                      </a:r>
                    </a:p>
                  </a:txBody>
                  <a:tcPr marL="180000" marR="0" anchor="ctr">
                    <a:lnL>
                      <a:noFill/>
                    </a:lnL>
                    <a:lnR>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9116973"/>
                  </a:ext>
                </a:extLst>
              </a:tr>
            </a:tbl>
          </a:graphicData>
        </a:graphic>
      </p:graphicFrame>
      <p:graphicFrame>
        <p:nvGraphicFramePr>
          <p:cNvPr id="10" name="表 9">
            <a:extLst>
              <a:ext uri="{FF2B5EF4-FFF2-40B4-BE49-F238E27FC236}">
                <a16:creationId xmlns:a16="http://schemas.microsoft.com/office/drawing/2014/main" id="{6EF89214-64A8-F424-6198-6C96F456EBD8}"/>
              </a:ext>
            </a:extLst>
          </p:cNvPr>
          <p:cNvGraphicFramePr>
            <a:graphicFrameLocks noGrp="1"/>
          </p:cNvGraphicFramePr>
          <p:nvPr/>
        </p:nvGraphicFramePr>
        <p:xfrm>
          <a:off x="7745531" y="3078339"/>
          <a:ext cx="3446974" cy="1861428"/>
        </p:xfrm>
        <a:graphic>
          <a:graphicData uri="http://schemas.openxmlformats.org/drawingml/2006/table">
            <a:tbl>
              <a:tblPr/>
              <a:tblGrid>
                <a:gridCol w="3446974">
                  <a:extLst>
                    <a:ext uri="{9D8B030D-6E8A-4147-A177-3AD203B41FA5}">
                      <a16:colId xmlns:a16="http://schemas.microsoft.com/office/drawing/2014/main" val="2935229277"/>
                    </a:ext>
                  </a:extLst>
                </a:gridCol>
              </a:tblGrid>
              <a:tr h="310238">
                <a:tc>
                  <a:txBody>
                    <a:bodyPr/>
                    <a:lstStyle/>
                    <a:p>
                      <a:pPr marL="0" marR="0" lvl="0" indent="0" algn="l" defTabSz="895225" rtl="0" eaLnBrk="1" fontAlgn="ctr" latinLnBrk="0" hangingPunct="1">
                        <a:lnSpc>
                          <a:spcPct val="100000"/>
                        </a:lnSpc>
                        <a:spcBef>
                          <a:spcPts val="0"/>
                        </a:spcBef>
                        <a:spcAft>
                          <a:spcPts val="200"/>
                        </a:spcAft>
                        <a:buClrTx/>
                        <a:buSzTx/>
                        <a:buFontTx/>
                        <a:buNone/>
                        <a:tabLst/>
                        <a:defRPr/>
                      </a:pPr>
                      <a:r>
                        <a:rPr lang="ja-JP" altLang="en-US" sz="1200" b="1" u="none" strike="noStrike">
                          <a:solidFill>
                            <a:schemeClr val="tx1">
                              <a:lumMod val="75000"/>
                              <a:lumOff val="25000"/>
                            </a:schemeClr>
                          </a:solidFill>
                          <a:effectLst/>
                          <a:latin typeface="+mn-lt"/>
                          <a:ea typeface="BIZ UDPゴシック" panose="020B0400000000000000" pitchFamily="50" charset="-128"/>
                        </a:rPr>
                        <a:t>ディクスホールディングス株式会社</a:t>
                      </a:r>
                      <a:r>
                        <a:rPr lang="ja-JP" altLang="en-US" sz="1200" b="1" u="none" strike="noStrike" baseline="30000">
                          <a:solidFill>
                            <a:schemeClr val="tx1">
                              <a:lumMod val="75000"/>
                              <a:lumOff val="25000"/>
                            </a:schemeClr>
                          </a:solidFill>
                          <a:effectLst/>
                          <a:latin typeface="+mn-lt"/>
                          <a:ea typeface="BIZ UDPゴシック" panose="020B0400000000000000" pitchFamily="50" charset="-128"/>
                        </a:rPr>
                        <a:t>＊</a:t>
                      </a:r>
                      <a:endParaRPr lang="en-US" altLang="ja-JP" sz="1200" b="1" i="0" u="none" strike="noStrike" baseline="30000">
                        <a:solidFill>
                          <a:schemeClr val="tx1">
                            <a:lumMod val="75000"/>
                            <a:lumOff val="25000"/>
                          </a:schemeClr>
                        </a:solidFill>
                        <a:effectLst/>
                        <a:latin typeface="+mn-lt"/>
                        <a:ea typeface="BIZ UDPゴシック" panose="020B0400000000000000" pitchFamily="50" charset="-128"/>
                      </a:endParaRPr>
                    </a:p>
                  </a:txBody>
                  <a:tcPr marL="90000" marR="90000" marT="9525"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798119134"/>
                  </a:ext>
                </a:extLst>
              </a:tr>
              <a:tr h="310238">
                <a:tc>
                  <a:txBody>
                    <a:bodyPr/>
                    <a:lstStyle/>
                    <a:p>
                      <a:pPr marL="0" marR="0" lvl="0" indent="0" algn="l" defTabSz="895225" rtl="0" eaLnBrk="1" fontAlgn="ctr" latinLnBrk="0" hangingPunct="1">
                        <a:lnSpc>
                          <a:spcPct val="100000"/>
                        </a:lnSpc>
                        <a:spcBef>
                          <a:spcPts val="0"/>
                        </a:spcBef>
                        <a:spcAft>
                          <a:spcPts val="200"/>
                        </a:spcAft>
                        <a:buClrTx/>
                        <a:buSzTx/>
                        <a:buFont typeface="Arial" panose="020B0604020202020204" pitchFamily="34" charset="0"/>
                        <a:buNone/>
                        <a:tabLst/>
                        <a:defRPr/>
                      </a:pPr>
                      <a:r>
                        <a:rPr lang="ja-JP" altLang="en-US" sz="1200" b="0" u="none" strike="noStrike">
                          <a:solidFill>
                            <a:schemeClr val="tx1">
                              <a:lumMod val="75000"/>
                              <a:lumOff val="25000"/>
                            </a:schemeClr>
                          </a:solidFill>
                          <a:effectLst/>
                          <a:latin typeface="+mn-lt"/>
                          <a:ea typeface="BIZ UDPゴシック" panose="020B0400000000000000" pitchFamily="50" charset="-128"/>
                        </a:rPr>
                        <a:t>　　日本ディクス株式会社</a:t>
                      </a:r>
                      <a:r>
                        <a:rPr lang="ja-JP" altLang="en-US" sz="1200" b="0" u="none" strike="noStrike" baseline="30000">
                          <a:solidFill>
                            <a:schemeClr val="tx1">
                              <a:lumMod val="75000"/>
                              <a:lumOff val="25000"/>
                            </a:schemeClr>
                          </a:solidFill>
                          <a:effectLst/>
                          <a:latin typeface="+mn-lt"/>
                          <a:ea typeface="BIZ UDPゴシック" panose="020B0400000000000000" pitchFamily="50" charset="-128"/>
                        </a:rPr>
                        <a:t>＊</a:t>
                      </a:r>
                      <a:endParaRPr lang="ja-JP" altLang="en-US" sz="1200" b="0" i="0" u="none" strike="noStrike">
                        <a:solidFill>
                          <a:schemeClr val="tx1">
                            <a:lumMod val="75000"/>
                            <a:lumOff val="25000"/>
                          </a:schemeClr>
                        </a:solidFill>
                        <a:effectLst/>
                        <a:latin typeface="+mn-lt"/>
                        <a:ea typeface="BIZ UDPゴシック" panose="020B0400000000000000" pitchFamily="50" charset="-128"/>
                      </a:endParaRPr>
                    </a:p>
                  </a:txBody>
                  <a:tcPr marL="90000" marR="90000" marT="46800" marB="4680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442383540"/>
                  </a:ext>
                </a:extLst>
              </a:tr>
              <a:tr h="310238">
                <a:tc>
                  <a:txBody>
                    <a:bodyPr/>
                    <a:lstStyle/>
                    <a:p>
                      <a:pPr marL="0" marR="0" lvl="0" indent="0" algn="l" defTabSz="895225" rtl="0" eaLnBrk="1" fontAlgn="ctr" latinLnBrk="0" hangingPunct="1">
                        <a:lnSpc>
                          <a:spcPct val="100000"/>
                        </a:lnSpc>
                        <a:spcBef>
                          <a:spcPts val="0"/>
                        </a:spcBef>
                        <a:spcAft>
                          <a:spcPts val="200"/>
                        </a:spcAft>
                        <a:buClrTx/>
                        <a:buSzTx/>
                        <a:buFont typeface="BIZ UDPゴシック" panose="020B0400000000000000" pitchFamily="50" charset="-128"/>
                        <a:buNone/>
                        <a:tabLst/>
                        <a:defRPr/>
                      </a:pPr>
                      <a:r>
                        <a:rPr lang="ja-JP" altLang="en-US" sz="1200" b="0" u="none" strike="noStrike">
                          <a:solidFill>
                            <a:schemeClr val="tx1">
                              <a:lumMod val="75000"/>
                              <a:lumOff val="25000"/>
                            </a:schemeClr>
                          </a:solidFill>
                          <a:effectLst/>
                          <a:latin typeface="+mn-lt"/>
                          <a:ea typeface="BIZ UDPゴシック" panose="020B0400000000000000" pitchFamily="50" charset="-128"/>
                        </a:rPr>
                        <a:t>　　株式会社</a:t>
                      </a:r>
                      <a:r>
                        <a:rPr lang="en-US" altLang="ja-JP" sz="1200" b="0" u="none" strike="noStrike">
                          <a:solidFill>
                            <a:schemeClr val="tx1">
                              <a:lumMod val="75000"/>
                              <a:lumOff val="25000"/>
                            </a:schemeClr>
                          </a:solidFill>
                          <a:effectLst/>
                          <a:latin typeface="+mn-lt"/>
                          <a:ea typeface="BIZ UDPゴシック" panose="020B0400000000000000" pitchFamily="50" charset="-128"/>
                        </a:rPr>
                        <a:t>iT</a:t>
                      </a:r>
                      <a:r>
                        <a:rPr lang="ja-JP" altLang="en-US" sz="1200" b="0" u="none" strike="noStrike">
                          <a:solidFill>
                            <a:schemeClr val="tx1">
                              <a:lumMod val="75000"/>
                              <a:lumOff val="25000"/>
                            </a:schemeClr>
                          </a:solidFill>
                          <a:effectLst/>
                          <a:latin typeface="+mn-lt"/>
                          <a:ea typeface="BIZ UDPゴシック" panose="020B0400000000000000" pitchFamily="50" charset="-128"/>
                        </a:rPr>
                        <a:t>パートナーズ</a:t>
                      </a:r>
                      <a:r>
                        <a:rPr lang="ja-JP" altLang="en-US" sz="1200" b="0" u="none" strike="noStrike" baseline="30000">
                          <a:solidFill>
                            <a:schemeClr val="tx1">
                              <a:lumMod val="75000"/>
                              <a:lumOff val="25000"/>
                            </a:schemeClr>
                          </a:solidFill>
                          <a:effectLst/>
                          <a:latin typeface="+mn-lt"/>
                          <a:ea typeface="BIZ UDPゴシック" panose="020B0400000000000000" pitchFamily="50" charset="-128"/>
                        </a:rPr>
                        <a:t>＊</a:t>
                      </a:r>
                      <a:endParaRPr kumimoji="1" lang="en-US" altLang="ja-JP" sz="1200" b="0" u="none" strike="noStrike" kern="1200" noProof="0">
                        <a:solidFill>
                          <a:schemeClr val="tx1">
                            <a:lumMod val="75000"/>
                            <a:lumOff val="25000"/>
                          </a:schemeClr>
                        </a:solidFill>
                        <a:effectLst/>
                        <a:latin typeface="+mn-lt"/>
                        <a:ea typeface="BIZ UDPゴシック" panose="020B0400000000000000" pitchFamily="50" charset="-128"/>
                        <a:cs typeface="+mn-cs"/>
                      </a:endParaRPr>
                    </a:p>
                  </a:txBody>
                  <a:tcPr marL="90000" marR="90000" marT="9525"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527274561"/>
                  </a:ext>
                </a:extLst>
              </a:tr>
              <a:tr h="310238">
                <a:tc>
                  <a:txBody>
                    <a:bodyPr/>
                    <a:lstStyle/>
                    <a:p>
                      <a:pPr marL="0" marR="0" lvl="0" indent="0" algn="l" defTabSz="895225" rtl="0" eaLnBrk="1" fontAlgn="ctr" latinLnBrk="0" hangingPunct="1">
                        <a:lnSpc>
                          <a:spcPct val="100000"/>
                        </a:lnSpc>
                        <a:spcBef>
                          <a:spcPts val="1200"/>
                        </a:spcBef>
                        <a:spcAft>
                          <a:spcPts val="200"/>
                        </a:spcAft>
                        <a:buClrTx/>
                        <a:buSzTx/>
                        <a:buFontTx/>
                        <a:buNone/>
                        <a:tabLst/>
                        <a:defRPr/>
                      </a:pPr>
                      <a:r>
                        <a:rPr lang="ja-JP" altLang="en-US" sz="1200" b="0" u="none" strike="noStrike">
                          <a:solidFill>
                            <a:schemeClr val="tx1">
                              <a:lumMod val="75000"/>
                              <a:lumOff val="25000"/>
                            </a:schemeClr>
                          </a:solidFill>
                          <a:effectLst/>
                          <a:latin typeface="+mn-lt"/>
                          <a:ea typeface="BIZ UDPゴシック" panose="020B0400000000000000" pitchFamily="50" charset="-128"/>
                        </a:rPr>
                        <a:t>　　株式会社エヌステージ</a:t>
                      </a:r>
                      <a:r>
                        <a:rPr lang="ja-JP" altLang="en-US" sz="1200" b="0" u="none" strike="noStrike" baseline="30000">
                          <a:solidFill>
                            <a:schemeClr val="tx1">
                              <a:lumMod val="75000"/>
                              <a:lumOff val="25000"/>
                            </a:schemeClr>
                          </a:solidFill>
                          <a:effectLst/>
                          <a:latin typeface="+mn-lt"/>
                          <a:ea typeface="BIZ UDPゴシック" panose="020B0400000000000000" pitchFamily="50" charset="-128"/>
                        </a:rPr>
                        <a:t>＊</a:t>
                      </a:r>
                      <a:endParaRPr lang="ja-JP" altLang="en-US" sz="1200" b="0" i="0" u="none" strike="noStrike">
                        <a:solidFill>
                          <a:schemeClr val="tx1">
                            <a:lumMod val="75000"/>
                            <a:lumOff val="25000"/>
                          </a:schemeClr>
                        </a:solidFill>
                        <a:effectLst/>
                        <a:latin typeface="+mn-lt"/>
                        <a:ea typeface="BIZ UDPゴシック" panose="020B0400000000000000" pitchFamily="50" charset="-128"/>
                      </a:endParaRPr>
                    </a:p>
                  </a:txBody>
                  <a:tcPr marL="90000" marR="90000" marT="9525" marB="0" anchor="ct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15109071"/>
                  </a:ext>
                </a:extLst>
              </a:tr>
              <a:tr h="310238">
                <a:tc>
                  <a:txBody>
                    <a:bodyPr/>
                    <a:lstStyle/>
                    <a:p>
                      <a:pPr marL="0" marR="0" lvl="0" indent="0" algn="l" defTabSz="895225" rtl="0" eaLnBrk="1" fontAlgn="ctr" latinLnBrk="0" hangingPunct="1">
                        <a:lnSpc>
                          <a:spcPct val="100000"/>
                        </a:lnSpc>
                        <a:spcBef>
                          <a:spcPts val="1200"/>
                        </a:spcBef>
                        <a:spcAft>
                          <a:spcPts val="200"/>
                        </a:spcAft>
                        <a:buClrTx/>
                        <a:buSzTx/>
                        <a:buFontTx/>
                        <a:buNone/>
                        <a:tabLst/>
                        <a:defRPr/>
                      </a:pPr>
                      <a:r>
                        <a:rPr lang="ja-JP" altLang="en-US" sz="1200" b="0">
                          <a:solidFill>
                            <a:schemeClr val="tx1">
                              <a:lumMod val="75000"/>
                              <a:lumOff val="25000"/>
                            </a:schemeClr>
                          </a:solidFill>
                          <a:latin typeface="+mn-lt"/>
                          <a:ea typeface="BIZ UDPゴシック" panose="020B0400000000000000" pitchFamily="50" charset="-128"/>
                        </a:rPr>
                        <a:t>　　株式会社</a:t>
                      </a:r>
                      <a:r>
                        <a:rPr kumimoji="1" lang="ja-JP" altLang="en-US" sz="1200" b="0" kern="1200">
                          <a:solidFill>
                            <a:schemeClr val="tx1">
                              <a:lumMod val="75000"/>
                              <a:lumOff val="25000"/>
                            </a:schemeClr>
                          </a:solidFill>
                          <a:latin typeface="+mn-lt"/>
                          <a:ea typeface="BIZ UDPゴシック" panose="020B0400000000000000" pitchFamily="50" charset="-128"/>
                          <a:cs typeface="+mn-cs"/>
                        </a:rPr>
                        <a:t>ヴィータ</a:t>
                      </a:r>
                      <a:r>
                        <a:rPr lang="ja-JP" altLang="en-US" sz="1200" b="0" u="none" strike="noStrike" baseline="30000">
                          <a:solidFill>
                            <a:schemeClr val="tx1">
                              <a:lumMod val="75000"/>
                              <a:lumOff val="25000"/>
                            </a:schemeClr>
                          </a:solidFill>
                          <a:effectLst/>
                          <a:latin typeface="+mn-lt"/>
                          <a:ea typeface="BIZ UDPゴシック" panose="020B0400000000000000" pitchFamily="50" charset="-128"/>
                        </a:rPr>
                        <a:t>＊</a:t>
                      </a:r>
                      <a:endParaRPr lang="ja-JP" altLang="en-US" sz="1200" b="0" i="0" u="none" strike="noStrike">
                        <a:solidFill>
                          <a:schemeClr val="tx1">
                            <a:lumMod val="75000"/>
                            <a:lumOff val="25000"/>
                          </a:schemeClr>
                        </a:solidFill>
                        <a:effectLst/>
                        <a:latin typeface="+mn-lt"/>
                        <a:ea typeface="BIZ UDPゴシック" panose="020B0400000000000000" pitchFamily="50" charset="-128"/>
                      </a:endParaRPr>
                    </a:p>
                  </a:txBody>
                  <a:tcPr marL="90000" marR="90000" marT="9525" marB="0" anchor="ct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71961647"/>
                  </a:ext>
                </a:extLst>
              </a:tr>
              <a:tr h="310238">
                <a:tc>
                  <a:txBody>
                    <a:bodyPr/>
                    <a:lstStyle/>
                    <a:p>
                      <a:pPr marL="0" marR="0" lvl="0" indent="0" algn="l" defTabSz="895225" rtl="0" eaLnBrk="1" fontAlgn="ctr" latinLnBrk="0" hangingPunct="1">
                        <a:lnSpc>
                          <a:spcPct val="100000"/>
                        </a:lnSpc>
                        <a:spcBef>
                          <a:spcPts val="1800"/>
                        </a:spcBef>
                        <a:spcAft>
                          <a:spcPts val="0"/>
                        </a:spcAft>
                        <a:buClrTx/>
                        <a:buSzTx/>
                        <a:buFontTx/>
                        <a:buNone/>
                        <a:tabLst/>
                        <a:defRPr/>
                      </a:pPr>
                      <a:r>
                        <a:rPr kumimoji="1" lang="en-US" altLang="ja-JP" sz="1200" b="1" kern="1200">
                          <a:solidFill>
                            <a:schemeClr val="tx1">
                              <a:lumMod val="75000"/>
                              <a:lumOff val="25000"/>
                            </a:schemeClr>
                          </a:solidFill>
                          <a:latin typeface="+mn-lt"/>
                          <a:ea typeface="BIZ UDPゴシック" panose="020B0400000000000000" pitchFamily="50" charset="-128"/>
                          <a:cs typeface="+mn-cs"/>
                        </a:rPr>
                        <a:t>INTLOOP Strategy</a:t>
                      </a:r>
                      <a:r>
                        <a:rPr kumimoji="1" lang="ja-JP" altLang="en-US" sz="1200" b="1" kern="1200">
                          <a:solidFill>
                            <a:schemeClr val="tx1">
                              <a:lumMod val="75000"/>
                              <a:lumOff val="25000"/>
                            </a:schemeClr>
                          </a:solidFill>
                          <a:latin typeface="+mn-lt"/>
                          <a:ea typeface="BIZ UDPゴシック" panose="020B0400000000000000" pitchFamily="50" charset="-128"/>
                          <a:cs typeface="+mn-cs"/>
                        </a:rPr>
                        <a:t>株式会社（非連結）</a:t>
                      </a:r>
                      <a:endParaRPr lang="ja-JP" altLang="en-US" sz="1200" b="1" i="0" u="none" strike="noStrike">
                        <a:solidFill>
                          <a:schemeClr val="tx1">
                            <a:lumMod val="75000"/>
                            <a:lumOff val="25000"/>
                          </a:schemeClr>
                        </a:solidFill>
                        <a:effectLst/>
                        <a:latin typeface="+mn-lt"/>
                        <a:ea typeface="BIZ UDPゴシック" panose="020B0400000000000000" pitchFamily="50" charset="-128"/>
                      </a:endParaRPr>
                    </a:p>
                  </a:txBody>
                  <a:tcPr marL="90000" marR="90000" marT="9525" marB="0" anchor="ct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66053260"/>
                  </a:ext>
                </a:extLst>
              </a:tr>
            </a:tbl>
          </a:graphicData>
        </a:graphic>
      </p:graphicFrame>
      <p:sp>
        <p:nvSpPr>
          <p:cNvPr id="11" name="テキスト ボックス 10">
            <a:extLst>
              <a:ext uri="{FF2B5EF4-FFF2-40B4-BE49-F238E27FC236}">
                <a16:creationId xmlns:a16="http://schemas.microsoft.com/office/drawing/2014/main" id="{B7A55883-D52D-CE7D-BA82-1A55857F6863}"/>
              </a:ext>
            </a:extLst>
          </p:cNvPr>
          <p:cNvSpPr txBox="1"/>
          <p:nvPr/>
        </p:nvSpPr>
        <p:spPr>
          <a:xfrm>
            <a:off x="7745530" y="5122298"/>
            <a:ext cx="3942991" cy="782074"/>
          </a:xfrm>
          <a:prstGeom prst="rect">
            <a:avLst/>
          </a:prstGeom>
          <a:noFill/>
        </p:spPr>
        <p:txBody>
          <a:bodyPr wrap="square" lIns="0" tIns="0" rIns="0" bIns="0" rtlCol="0">
            <a:spAutoFit/>
          </a:bodyPr>
          <a:lstStyle/>
          <a:p>
            <a:pPr marL="180975" indent="-180975" algn="l">
              <a:lnSpc>
                <a:spcPct val="120000"/>
              </a:lnSpc>
            </a:pPr>
            <a:r>
              <a:rPr kumimoji="1" lang="ja-JP" altLang="en-US" sz="1100">
                <a:solidFill>
                  <a:schemeClr val="tx1">
                    <a:lumMod val="50000"/>
                    <a:lumOff val="50000"/>
                  </a:schemeClr>
                </a:solidFill>
                <a:ea typeface="+mj-ea"/>
              </a:rPr>
              <a:t>＊ ディクスホールディングス</a:t>
            </a:r>
            <a:r>
              <a:rPr lang="ja-JP" altLang="en-US" sz="1100">
                <a:solidFill>
                  <a:schemeClr val="tx1">
                    <a:lumMod val="50000"/>
                    <a:lumOff val="50000"/>
                  </a:schemeClr>
                </a:solidFill>
                <a:ea typeface="+mj-ea"/>
              </a:rPr>
              <a:t>㈱は、日本ディクス、</a:t>
            </a:r>
            <a:br>
              <a:rPr lang="en-US" altLang="ja-JP" sz="1100">
                <a:solidFill>
                  <a:schemeClr val="tx1">
                    <a:lumMod val="50000"/>
                    <a:lumOff val="50000"/>
                  </a:schemeClr>
                </a:solidFill>
                <a:ea typeface="+mj-ea"/>
              </a:rPr>
            </a:br>
            <a:r>
              <a:rPr lang="en-US" altLang="ja-JP" sz="1100" u="none" strike="noStrike">
                <a:solidFill>
                  <a:schemeClr val="tx1">
                    <a:lumMod val="50000"/>
                    <a:lumOff val="50000"/>
                  </a:schemeClr>
                </a:solidFill>
                <a:effectLst/>
                <a:ea typeface="+mj-ea"/>
              </a:rPr>
              <a:t>iT</a:t>
            </a:r>
            <a:r>
              <a:rPr lang="ja-JP" altLang="en-US" sz="1100" u="none" strike="noStrike">
                <a:solidFill>
                  <a:schemeClr val="tx1">
                    <a:lumMod val="50000"/>
                    <a:lumOff val="50000"/>
                  </a:schemeClr>
                </a:solidFill>
                <a:effectLst/>
                <a:ea typeface="+mj-ea"/>
              </a:rPr>
              <a:t>パートナーズ、エヌステージ、</a:t>
            </a:r>
            <a:r>
              <a:rPr kumimoji="1" lang="ja-JP" altLang="en-US" sz="1100" kern="1200">
                <a:solidFill>
                  <a:schemeClr val="tx1">
                    <a:lumMod val="50000"/>
                    <a:lumOff val="50000"/>
                  </a:schemeClr>
                </a:solidFill>
                <a:ea typeface="+mj-ea"/>
                <a:cs typeface="+mn-cs"/>
              </a:rPr>
              <a:t>ヴィータの純粋持ち株会社</a:t>
            </a:r>
            <a:endParaRPr kumimoji="1" lang="en-US" altLang="ja-JP" sz="1100" kern="1200">
              <a:solidFill>
                <a:schemeClr val="tx1">
                  <a:lumMod val="50000"/>
                  <a:lumOff val="50000"/>
                </a:schemeClr>
              </a:solidFill>
              <a:ea typeface="+mj-ea"/>
              <a:cs typeface="+mn-cs"/>
            </a:endParaRPr>
          </a:p>
          <a:p>
            <a:pPr marL="180975" indent="-180975" algn="l">
              <a:lnSpc>
                <a:spcPct val="120000"/>
              </a:lnSpc>
            </a:pPr>
            <a:r>
              <a:rPr lang="ja-JP" altLang="en-US" sz="1100">
                <a:solidFill>
                  <a:schemeClr val="tx1">
                    <a:lumMod val="50000"/>
                    <a:lumOff val="50000"/>
                  </a:schemeClr>
                </a:solidFill>
                <a:ea typeface="+mj-ea"/>
              </a:rPr>
              <a:t>　　主に</a:t>
            </a:r>
            <a:r>
              <a:rPr lang="ja-JP" altLang="en-US" sz="1100" i="0">
                <a:solidFill>
                  <a:schemeClr val="tx1">
                    <a:lumMod val="50000"/>
                    <a:lumOff val="50000"/>
                  </a:schemeClr>
                </a:solidFill>
                <a:effectLst/>
                <a:ea typeface="+mj-ea"/>
              </a:rPr>
              <a:t>「</a:t>
            </a:r>
            <a:r>
              <a:rPr lang="en-US" altLang="ja-JP" sz="1100" i="0">
                <a:solidFill>
                  <a:schemeClr val="tx1">
                    <a:lumMod val="50000"/>
                    <a:lumOff val="50000"/>
                  </a:schemeClr>
                </a:solidFill>
                <a:effectLst/>
                <a:ea typeface="+mj-ea"/>
              </a:rPr>
              <a:t>SI</a:t>
            </a:r>
            <a:r>
              <a:rPr lang="ja-JP" altLang="en-US" sz="1100" i="0">
                <a:solidFill>
                  <a:schemeClr val="tx1">
                    <a:lumMod val="50000"/>
                    <a:lumOff val="50000"/>
                  </a:schemeClr>
                </a:solidFill>
                <a:effectLst/>
                <a:ea typeface="+mj-ea"/>
              </a:rPr>
              <a:t>」「</a:t>
            </a:r>
            <a:r>
              <a:rPr lang="en-US" altLang="ja-JP" sz="1100" i="0">
                <a:solidFill>
                  <a:schemeClr val="tx1">
                    <a:lumMod val="50000"/>
                    <a:lumOff val="50000"/>
                  </a:schemeClr>
                </a:solidFill>
                <a:effectLst/>
                <a:ea typeface="+mj-ea"/>
              </a:rPr>
              <a:t>IT </a:t>
            </a:r>
            <a:r>
              <a:rPr lang="ja-JP" altLang="en-US" sz="1100" i="0">
                <a:solidFill>
                  <a:schemeClr val="tx1">
                    <a:lumMod val="50000"/>
                    <a:lumOff val="50000"/>
                  </a:schemeClr>
                </a:solidFill>
                <a:effectLst/>
                <a:ea typeface="+mj-ea"/>
              </a:rPr>
              <a:t>インフラ」「</a:t>
            </a:r>
            <a:r>
              <a:rPr lang="en-US" altLang="ja-JP" sz="1100" i="0">
                <a:solidFill>
                  <a:schemeClr val="tx1">
                    <a:lumMod val="50000"/>
                    <a:lumOff val="50000"/>
                  </a:schemeClr>
                </a:solidFill>
                <a:effectLst/>
                <a:ea typeface="+mj-ea"/>
              </a:rPr>
              <a:t>BPO</a:t>
            </a:r>
            <a:r>
              <a:rPr lang="ja-JP" altLang="en-US" sz="1100" i="0">
                <a:solidFill>
                  <a:schemeClr val="tx1">
                    <a:lumMod val="50000"/>
                    <a:lumOff val="50000"/>
                  </a:schemeClr>
                </a:solidFill>
                <a:effectLst/>
                <a:ea typeface="+mj-ea"/>
              </a:rPr>
              <a:t>」「ファシリティ」をコア事業と</a:t>
            </a:r>
            <a:br>
              <a:rPr lang="en-US" altLang="ja-JP" sz="1100" i="0">
                <a:solidFill>
                  <a:schemeClr val="tx1">
                    <a:lumMod val="50000"/>
                    <a:lumOff val="50000"/>
                  </a:schemeClr>
                </a:solidFill>
                <a:effectLst/>
                <a:ea typeface="+mj-ea"/>
              </a:rPr>
            </a:br>
            <a:r>
              <a:rPr lang="ja-JP" altLang="en-US" sz="1100" i="0">
                <a:solidFill>
                  <a:schemeClr val="tx1">
                    <a:lumMod val="50000"/>
                    <a:lumOff val="50000"/>
                  </a:schemeClr>
                </a:solidFill>
                <a:effectLst/>
                <a:ea typeface="+mj-ea"/>
              </a:rPr>
              <a:t>する </a:t>
            </a:r>
            <a:r>
              <a:rPr lang="en-US" altLang="ja-JP" sz="1100" i="0">
                <a:solidFill>
                  <a:schemeClr val="tx1">
                    <a:lumMod val="50000"/>
                    <a:lumOff val="50000"/>
                  </a:schemeClr>
                </a:solidFill>
                <a:effectLst/>
                <a:ea typeface="+mj-ea"/>
              </a:rPr>
              <a:t>IT</a:t>
            </a:r>
            <a:r>
              <a:rPr lang="ja-JP" altLang="en-US" sz="1100" i="0">
                <a:solidFill>
                  <a:schemeClr val="tx1">
                    <a:lumMod val="50000"/>
                    <a:lumOff val="50000"/>
                  </a:schemeClr>
                </a:solidFill>
                <a:effectLst/>
                <a:ea typeface="+mj-ea"/>
              </a:rPr>
              <a:t>サービス企業群</a:t>
            </a:r>
            <a:endParaRPr lang="en-US" altLang="ja-JP" sz="1100">
              <a:solidFill>
                <a:schemeClr val="tx1">
                  <a:lumMod val="50000"/>
                  <a:lumOff val="50000"/>
                </a:schemeClr>
              </a:solidFill>
              <a:ea typeface="+mj-ea"/>
            </a:endParaRPr>
          </a:p>
        </p:txBody>
      </p:sp>
      <p:cxnSp>
        <p:nvCxnSpPr>
          <p:cNvPr id="12" name="直線コネクタ 11">
            <a:extLst>
              <a:ext uri="{FF2B5EF4-FFF2-40B4-BE49-F238E27FC236}">
                <a16:creationId xmlns:a16="http://schemas.microsoft.com/office/drawing/2014/main" id="{61C1CD29-2557-54E6-52A3-BB45E10C5AD5}"/>
              </a:ext>
            </a:extLst>
          </p:cNvPr>
          <p:cNvCxnSpPr>
            <a:cxnSpLocks/>
          </p:cNvCxnSpPr>
          <p:nvPr/>
        </p:nvCxnSpPr>
        <p:spPr bwMode="auto">
          <a:xfrm>
            <a:off x="6329509" y="2971268"/>
            <a:ext cx="5200974" cy="0"/>
          </a:xfrm>
          <a:prstGeom prst="line">
            <a:avLst/>
          </a:prstGeom>
          <a:noFill/>
          <a:ln w="12700" cap="flat" cmpd="sng" algn="ctr">
            <a:solidFill>
              <a:schemeClr val="bg1">
                <a:lumMod val="75000"/>
              </a:schemeClr>
            </a:solidFill>
            <a:prstDash val="solid"/>
            <a:round/>
            <a:headEnd type="none" w="med" len="med"/>
            <a:tailEnd type="none" w="med" len="med"/>
          </a:ln>
          <a:effectLst/>
        </p:spPr>
      </p:cxnSp>
      <p:cxnSp>
        <p:nvCxnSpPr>
          <p:cNvPr id="13" name="直線コネクタ 12">
            <a:extLst>
              <a:ext uri="{FF2B5EF4-FFF2-40B4-BE49-F238E27FC236}">
                <a16:creationId xmlns:a16="http://schemas.microsoft.com/office/drawing/2014/main" id="{54D689B6-1B8F-B986-2ECC-D45D2B9BB3B7}"/>
              </a:ext>
            </a:extLst>
          </p:cNvPr>
          <p:cNvCxnSpPr>
            <a:cxnSpLocks/>
          </p:cNvCxnSpPr>
          <p:nvPr/>
        </p:nvCxnSpPr>
        <p:spPr bwMode="auto">
          <a:xfrm>
            <a:off x="6329509" y="6050251"/>
            <a:ext cx="5200974" cy="0"/>
          </a:xfrm>
          <a:prstGeom prst="line">
            <a:avLst/>
          </a:prstGeom>
          <a:noFill/>
          <a:ln w="12700" cap="flat" cmpd="sng" algn="ctr">
            <a:solidFill>
              <a:schemeClr val="bg1">
                <a:lumMod val="75000"/>
              </a:schemeClr>
            </a:solidFill>
            <a:prstDash val="solid"/>
            <a:round/>
            <a:headEnd type="none" w="med" len="med"/>
            <a:tailEnd type="none" w="med" len="med"/>
          </a:ln>
          <a:effectLst/>
        </p:spPr>
      </p:cxnSp>
    </p:spTree>
    <p:extLst>
      <p:ext uri="{BB962C8B-B14F-4D97-AF65-F5344CB8AC3E}">
        <p14:creationId xmlns:p14="http://schemas.microsoft.com/office/powerpoint/2010/main" val="21242900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A7EF6E-8B21-018B-5F8F-3467F608DC20}"/>
              </a:ext>
            </a:extLst>
          </p:cNvPr>
          <p:cNvSpPr>
            <a:spLocks noGrp="1"/>
          </p:cNvSpPr>
          <p:nvPr>
            <p:ph type="title"/>
          </p:nvPr>
        </p:nvSpPr>
        <p:spPr>
          <a:noFill/>
          <a:ln w="9525">
            <a:noFill/>
            <a:miter lim="800000"/>
            <a:headEnd/>
            <a:tailEnd/>
          </a:ln>
          <a:effectLst/>
        </p:spPr>
        <p:txBody>
          <a:bodyPr vert="horz" wrap="square" lIns="91440" tIns="45720" rIns="91440" bIns="45720" numCol="1" anchor="ctr" anchorCtr="0" compatLnSpc="1">
            <a:prstTxWarp prst="textNoShape">
              <a:avLst/>
            </a:prstTxWarp>
          </a:bodyPr>
          <a:lstStyle/>
          <a:p>
            <a:r>
              <a:rPr lang="ja-JP" altLang="en-US"/>
              <a:t>サンプル：特記事項</a:t>
            </a:r>
          </a:p>
        </p:txBody>
      </p:sp>
      <p:sp>
        <p:nvSpPr>
          <p:cNvPr id="4" name="テキスト ボックス 3">
            <a:extLst>
              <a:ext uri="{FF2B5EF4-FFF2-40B4-BE49-F238E27FC236}">
                <a16:creationId xmlns:a16="http://schemas.microsoft.com/office/drawing/2014/main" id="{CD47EBF4-C337-CA53-0C8D-0B0229ED9986}"/>
              </a:ext>
            </a:extLst>
          </p:cNvPr>
          <p:cNvSpPr txBox="1"/>
          <p:nvPr/>
        </p:nvSpPr>
        <p:spPr>
          <a:xfrm>
            <a:off x="590652" y="1511754"/>
            <a:ext cx="10972457" cy="1025024"/>
          </a:xfrm>
          <a:prstGeom prst="rect">
            <a:avLst/>
          </a:prstGeom>
          <a:noFill/>
        </p:spPr>
        <p:txBody>
          <a:bodyPr wrap="square">
            <a:spAutoFit/>
          </a:bodyPr>
          <a:lstStyle/>
          <a:p>
            <a:pPr marL="285750" indent="-285750">
              <a:lnSpc>
                <a:spcPts val="2100"/>
              </a:lnSpc>
              <a:spcBef>
                <a:spcPts val="600"/>
              </a:spcBef>
              <a:buFont typeface="Arial" panose="020B0604020202020204" pitchFamily="34" charset="0"/>
              <a:buChar char="•"/>
            </a:pPr>
            <a:r>
              <a:rPr lang="ja-JP" altLang="en-US" sz="1400">
                <a:solidFill>
                  <a:srgbClr val="033865"/>
                </a:solidFill>
                <a:latin typeface="Helvetica" panose="020B0604020202020204" pitchFamily="34" charset="0"/>
                <a:ea typeface="BIZ UDPゴシック" panose="020B0400000000000000" pitchFamily="50" charset="-128"/>
              </a:rPr>
              <a:t>本資料は、テキストテキストテキストテキストテキストテキストテキストテキストテキストテキストです。</a:t>
            </a:r>
            <a:endParaRPr lang="en-US" altLang="ja-JP" sz="1400">
              <a:solidFill>
                <a:srgbClr val="033865"/>
              </a:solidFill>
              <a:latin typeface="Helvetica" panose="020B0604020202020204" pitchFamily="34" charset="0"/>
              <a:ea typeface="BIZ UDPゴシック" panose="020B0400000000000000" pitchFamily="50" charset="-128"/>
            </a:endParaRPr>
          </a:p>
          <a:p>
            <a:pPr marL="285750" indent="-285750">
              <a:lnSpc>
                <a:spcPts val="2100"/>
              </a:lnSpc>
              <a:spcBef>
                <a:spcPts val="600"/>
              </a:spcBef>
              <a:buFont typeface="Arial" panose="020B0604020202020204" pitchFamily="34" charset="0"/>
              <a:buChar char="•"/>
            </a:pPr>
            <a:r>
              <a:rPr lang="ja-JP" altLang="en-US" sz="1400">
                <a:solidFill>
                  <a:srgbClr val="033865"/>
                </a:solidFill>
                <a:latin typeface="Helvetica" panose="020B0604020202020204" pitchFamily="34" charset="0"/>
                <a:ea typeface="BIZ UDPゴシック" panose="020B0400000000000000" pitchFamily="50" charset="-128"/>
              </a:rPr>
              <a:t>本資料は、テキストテキストテキストテキストテキストテキストテキストテキストテキストテキストです。</a:t>
            </a:r>
            <a:endParaRPr lang="en-US" altLang="ja-JP" sz="1400">
              <a:solidFill>
                <a:srgbClr val="033865"/>
              </a:solidFill>
              <a:latin typeface="Helvetica" panose="020B0604020202020204" pitchFamily="34" charset="0"/>
              <a:ea typeface="BIZ UDPゴシック" panose="020B0400000000000000" pitchFamily="50" charset="-128"/>
            </a:endParaRPr>
          </a:p>
          <a:p>
            <a:pPr marL="285750" indent="-285750">
              <a:lnSpc>
                <a:spcPts val="2100"/>
              </a:lnSpc>
              <a:spcBef>
                <a:spcPts val="600"/>
              </a:spcBef>
              <a:buFont typeface="Arial" panose="020B0604020202020204" pitchFamily="34" charset="0"/>
              <a:buChar char="•"/>
            </a:pPr>
            <a:r>
              <a:rPr lang="ja-JP" altLang="en-US" sz="1400">
                <a:solidFill>
                  <a:srgbClr val="033865"/>
                </a:solidFill>
                <a:latin typeface="Helvetica" panose="020B0604020202020204" pitchFamily="34" charset="0"/>
                <a:ea typeface="BIZ UDPゴシック" panose="020B0400000000000000" pitchFamily="50" charset="-128"/>
              </a:rPr>
              <a:t>本資料は、テキストテキストテキストテキストテキストテキストテキストテキストテキストテキストです。</a:t>
            </a:r>
            <a:endParaRPr lang="en-US" altLang="ja-JP" sz="1400">
              <a:solidFill>
                <a:srgbClr val="033865"/>
              </a:solidFill>
              <a:latin typeface="Helvetica" panose="020B0604020202020204" pitchFamily="34" charset="0"/>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A46A1058-D065-40ED-75AD-1C69ED650F7C}"/>
              </a:ext>
            </a:extLst>
          </p:cNvPr>
          <p:cNvSpPr txBox="1"/>
          <p:nvPr/>
        </p:nvSpPr>
        <p:spPr>
          <a:xfrm>
            <a:off x="467547" y="912870"/>
            <a:ext cx="7713575" cy="369332"/>
          </a:xfrm>
          <a:prstGeom prst="rect">
            <a:avLst/>
          </a:prstGeom>
          <a:noFill/>
        </p:spPr>
        <p:txBody>
          <a:bodyPr wrap="square">
            <a:spAutoFit/>
          </a:bodyPr>
          <a:lstStyle/>
          <a:p>
            <a:r>
              <a:rPr lang="ja-JP" altLang="en-US" b="1" kern="0">
                <a:solidFill>
                  <a:srgbClr val="003965"/>
                </a:solidFill>
                <a:latin typeface="+mj-ea"/>
                <a:ea typeface="+mj-ea"/>
              </a:rPr>
              <a:t>サンプルテキストのタイトルリード文です。</a:t>
            </a:r>
            <a:endParaRPr lang="en-US" altLang="ja-JP" b="1" kern="0">
              <a:solidFill>
                <a:srgbClr val="003965"/>
              </a:solidFill>
              <a:latin typeface="+mj-ea"/>
              <a:ea typeface="+mj-ea"/>
            </a:endParaRPr>
          </a:p>
        </p:txBody>
      </p:sp>
    </p:spTree>
    <p:extLst>
      <p:ext uri="{BB962C8B-B14F-4D97-AF65-F5344CB8AC3E}">
        <p14:creationId xmlns:p14="http://schemas.microsoft.com/office/powerpoint/2010/main" val="2615486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02FA7E02-5F7A-289B-6668-4FBDBF2650E4}"/>
              </a:ext>
            </a:extLst>
          </p:cNvPr>
          <p:cNvSpPr>
            <a:spLocks noGrp="1"/>
          </p:cNvSpPr>
          <p:nvPr>
            <p:ph sz="quarter" idx="4294967295"/>
          </p:nvPr>
        </p:nvSpPr>
        <p:spPr>
          <a:xfrm>
            <a:off x="4789488" y="1216025"/>
            <a:ext cx="7402512" cy="4700588"/>
          </a:xfrm>
          <a:prstGeom prst="rect">
            <a:avLst/>
          </a:prstGeom>
        </p:spPr>
        <p:txBody>
          <a:bodyPr lIns="91438" tIns="45719" rIns="91438" bIns="45719" anchor="ctr">
            <a:normAutofit/>
          </a:bodyPr>
          <a:lstStyle/>
          <a:p>
            <a:pPr marL="414658" indent="-414658"/>
            <a:endParaRPr lang="ja-JP" altLang="en-US" sz="2150">
              <a:latin typeface="BIZ UDP"/>
            </a:endParaRPr>
          </a:p>
          <a:p>
            <a:pPr marL="0" indent="0">
              <a:buNone/>
            </a:pPr>
            <a:endParaRPr lang="ja-JP" altLang="en-US" sz="2000">
              <a:latin typeface="BIZ UDP"/>
            </a:endParaRPr>
          </a:p>
        </p:txBody>
      </p:sp>
    </p:spTree>
    <p:extLst>
      <p:ext uri="{BB962C8B-B14F-4D97-AF65-F5344CB8AC3E}">
        <p14:creationId xmlns:p14="http://schemas.microsoft.com/office/powerpoint/2010/main" val="1429889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E539A-B6E9-7A11-71BA-0F076300A8DF}"/>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26BC5827-077C-A924-8CEA-6E885D84847B}"/>
              </a:ext>
            </a:extLst>
          </p:cNvPr>
          <p:cNvSpPr>
            <a:spLocks noGrp="1"/>
          </p:cNvSpPr>
          <p:nvPr>
            <p:ph type="body" sz="quarter" idx="10"/>
          </p:nvPr>
        </p:nvSpPr>
        <p:spPr/>
        <p:txBody>
          <a:bodyPr/>
          <a:lstStyle/>
          <a:p>
            <a:r>
              <a:rPr lang="ja-JP" altLang="en-US"/>
              <a:t>スライド：パーツ</a:t>
            </a:r>
          </a:p>
        </p:txBody>
      </p:sp>
    </p:spTree>
    <p:extLst>
      <p:ext uri="{BB962C8B-B14F-4D97-AF65-F5344CB8AC3E}">
        <p14:creationId xmlns:p14="http://schemas.microsoft.com/office/powerpoint/2010/main" val="39927233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AF7C371A-A3B6-03E5-A3F3-3E59C7AF3E93}"/>
              </a:ext>
            </a:extLst>
          </p:cNvPr>
          <p:cNvSpPr/>
          <p:nvPr/>
        </p:nvSpPr>
        <p:spPr bwMode="auto">
          <a:xfrm>
            <a:off x="1021815" y="2574546"/>
            <a:ext cx="1330084" cy="318801"/>
          </a:xfrm>
          <a:prstGeom prst="roundRect">
            <a:avLst/>
          </a:prstGeom>
          <a:noFill/>
          <a:ln w="9525">
            <a:noFill/>
          </a:ln>
        </p:spPr>
        <p:txBody>
          <a:bodyPr wrap="none" lIns="0" tIns="36000" rIns="0" bIns="36000" rtlCol="0" anchor="ctr">
            <a:spAutoFit/>
          </a:bodyPr>
          <a:lstStyle/>
          <a:p>
            <a:pPr algn="ctr" eaLnBrk="1" hangingPunct="1">
              <a:spcBef>
                <a:spcPct val="5000"/>
              </a:spcBef>
              <a:buSzPct val="50000"/>
            </a:pPr>
            <a:r>
              <a:rPr kumimoji="1" lang="ja-JP" altLang="en-US" sz="1400" b="1">
                <a:solidFill>
                  <a:schemeClr val="bg1"/>
                </a:solidFill>
                <a:latin typeface="+mj-ea"/>
                <a:ea typeface="+mj-ea"/>
                <a:cs typeface="Arial" charset="0"/>
              </a:rPr>
              <a:t>その他 従業員数</a:t>
            </a:r>
            <a:endParaRPr kumimoji="1" lang="en-US" altLang="ja-JP" sz="1400" b="1">
              <a:solidFill>
                <a:schemeClr val="bg1"/>
              </a:solidFill>
              <a:latin typeface="+mj-ea"/>
              <a:ea typeface="+mj-ea"/>
              <a:cs typeface="Arial" charset="0"/>
            </a:endParaRPr>
          </a:p>
        </p:txBody>
      </p:sp>
      <p:sp>
        <p:nvSpPr>
          <p:cNvPr id="12" name="四角形: 角を丸くする 11">
            <a:extLst>
              <a:ext uri="{FF2B5EF4-FFF2-40B4-BE49-F238E27FC236}">
                <a16:creationId xmlns:a16="http://schemas.microsoft.com/office/drawing/2014/main" id="{70D8A113-1542-1A31-681F-B3D3B831505D}"/>
              </a:ext>
            </a:extLst>
          </p:cNvPr>
          <p:cNvSpPr>
            <a:spLocks/>
          </p:cNvSpPr>
          <p:nvPr/>
        </p:nvSpPr>
        <p:spPr bwMode="auto">
          <a:xfrm>
            <a:off x="641613" y="2543768"/>
            <a:ext cx="2984818" cy="504000"/>
          </a:xfrm>
          <a:prstGeom prst="roundRect">
            <a:avLst>
              <a:gd name="adj" fmla="val 8466"/>
            </a:avLst>
          </a:prstGeom>
          <a:solidFill>
            <a:srgbClr val="003965"/>
          </a:solidFill>
          <a:ln w="19050">
            <a:noFill/>
          </a:ln>
        </p:spPr>
        <p:txBody>
          <a:bodyPr wrap="none" lIns="180000" tIns="0" rIns="180000" bIns="36000" rtlCol="0" anchor="ctr">
            <a:noAutofit/>
          </a:bodyPr>
          <a:lstStyle/>
          <a:p>
            <a:pPr algn="ctr"/>
            <a:r>
              <a:rPr lang="ja-JP" altLang="en-US" sz="2000" b="1">
                <a:solidFill>
                  <a:schemeClr val="bg1"/>
                </a:solidFill>
                <a:latin typeface="+mj-ea"/>
                <a:ea typeface="+mj-ea"/>
                <a:cs typeface="Arial" charset="0"/>
              </a:rPr>
              <a:t>テキストテキスト</a:t>
            </a:r>
            <a:endParaRPr kumimoji="1" lang="ja-JP" altLang="en-US" sz="700">
              <a:solidFill>
                <a:schemeClr val="bg1"/>
              </a:solidFill>
              <a:latin typeface="+mj-ea"/>
              <a:ea typeface="+mj-ea"/>
            </a:endParaRPr>
          </a:p>
        </p:txBody>
      </p:sp>
      <p:sp>
        <p:nvSpPr>
          <p:cNvPr id="6" name="タイトル 5">
            <a:extLst>
              <a:ext uri="{FF2B5EF4-FFF2-40B4-BE49-F238E27FC236}">
                <a16:creationId xmlns:a16="http://schemas.microsoft.com/office/drawing/2014/main" id="{66724EDE-0023-4108-5475-75836F864714}"/>
              </a:ext>
            </a:extLst>
          </p:cNvPr>
          <p:cNvSpPr>
            <a:spLocks noGrp="1"/>
          </p:cNvSpPr>
          <p:nvPr>
            <p:ph type="title"/>
          </p:nvPr>
        </p:nvSpPr>
        <p:spPr/>
        <p:txBody>
          <a:bodyPr/>
          <a:lstStyle/>
          <a:p>
            <a:r>
              <a:rPr lang="ja-JP" altLang="en-US"/>
              <a:t>サンプル：スライドパーツ</a:t>
            </a:r>
          </a:p>
        </p:txBody>
      </p:sp>
      <p:sp>
        <p:nvSpPr>
          <p:cNvPr id="11" name="四角形: 角を丸くする 10">
            <a:extLst>
              <a:ext uri="{FF2B5EF4-FFF2-40B4-BE49-F238E27FC236}">
                <a16:creationId xmlns:a16="http://schemas.microsoft.com/office/drawing/2014/main" id="{89D6C920-1EBE-97F8-8E49-A5A320D176C3}"/>
              </a:ext>
            </a:extLst>
          </p:cNvPr>
          <p:cNvSpPr/>
          <p:nvPr/>
        </p:nvSpPr>
        <p:spPr bwMode="auto">
          <a:xfrm flipH="1">
            <a:off x="4254338" y="1348623"/>
            <a:ext cx="3022761" cy="2278464"/>
          </a:xfrm>
          <a:prstGeom prst="roundRect">
            <a:avLst>
              <a:gd name="adj" fmla="val 4276"/>
            </a:avLst>
          </a:prstGeom>
          <a:solidFill>
            <a:srgbClr val="F7F7F7"/>
          </a:solidFill>
          <a:ln w="9525" algn="ctr">
            <a:noFill/>
            <a:round/>
            <a:headEnd/>
            <a:tailEnd/>
          </a:ln>
        </p:spPr>
        <p:txBody>
          <a:bodyPr lIns="144000" tIns="108000" rIns="144000" bIns="108000" rtlCol="0" anchor="ctr" anchorCtr="0"/>
          <a:lstStyle/>
          <a:p>
            <a:pPr algn="ctr" eaLnBrk="1" hangingPunct="1">
              <a:spcBef>
                <a:spcPct val="5000"/>
              </a:spcBef>
              <a:buSzPct val="50000"/>
            </a:pPr>
            <a:r>
              <a:rPr lang="ja-JP" altLang="en-US" sz="2000">
                <a:solidFill>
                  <a:srgbClr val="033865"/>
                </a:solidFill>
                <a:latin typeface="BIZ UDPゴシック" panose="020B0400000000000000" pitchFamily="50" charset="-128"/>
                <a:ea typeface="BIZ UDPゴシック" panose="020B0400000000000000" pitchFamily="50" charset="-128"/>
                <a:cs typeface="Arial" charset="0"/>
              </a:rPr>
              <a:t>テキストボックス</a:t>
            </a:r>
            <a:endParaRPr kumimoji="1" lang="ja-JP" altLang="en-US" sz="2000">
              <a:solidFill>
                <a:srgbClr val="033865"/>
              </a:solidFill>
              <a:latin typeface="BIZ UDPゴシック" panose="020B0400000000000000" pitchFamily="50" charset="-128"/>
              <a:ea typeface="BIZ UDPゴシック" panose="020B0400000000000000" pitchFamily="50" charset="-128"/>
              <a:cs typeface="Arial" charset="0"/>
            </a:endParaRPr>
          </a:p>
        </p:txBody>
      </p:sp>
      <p:sp>
        <p:nvSpPr>
          <p:cNvPr id="4" name="四角形: 角を丸くする 3">
            <a:extLst>
              <a:ext uri="{FF2B5EF4-FFF2-40B4-BE49-F238E27FC236}">
                <a16:creationId xmlns:a16="http://schemas.microsoft.com/office/drawing/2014/main" id="{9E1773F1-DF2E-C287-593C-1591E4B4FBC8}"/>
              </a:ext>
            </a:extLst>
          </p:cNvPr>
          <p:cNvSpPr>
            <a:spLocks/>
          </p:cNvSpPr>
          <p:nvPr/>
        </p:nvSpPr>
        <p:spPr bwMode="auto">
          <a:xfrm>
            <a:off x="641613" y="3292752"/>
            <a:ext cx="2984818" cy="504000"/>
          </a:xfrm>
          <a:prstGeom prst="roundRect">
            <a:avLst>
              <a:gd name="adj" fmla="val 8466"/>
            </a:avLst>
          </a:prstGeom>
          <a:solidFill>
            <a:srgbClr val="0086C5"/>
          </a:solidFill>
          <a:ln w="19050">
            <a:noFill/>
          </a:ln>
        </p:spPr>
        <p:txBody>
          <a:bodyPr wrap="none" lIns="180000" tIns="0" rIns="180000" bIns="36000" rtlCol="0" anchor="ctr">
            <a:noAutofit/>
          </a:bodyPr>
          <a:lstStyle/>
          <a:p>
            <a:pPr algn="ctr"/>
            <a:r>
              <a:rPr lang="ja-JP" altLang="en-US" sz="2000" b="1">
                <a:solidFill>
                  <a:schemeClr val="bg1"/>
                </a:solidFill>
                <a:latin typeface="+mj-ea"/>
                <a:ea typeface="+mj-ea"/>
                <a:cs typeface="Arial" charset="0"/>
              </a:rPr>
              <a:t>テキストテキスト</a:t>
            </a:r>
            <a:endParaRPr kumimoji="1" lang="ja-JP" altLang="en-US" sz="700">
              <a:solidFill>
                <a:schemeClr val="bg1"/>
              </a:solidFill>
              <a:latin typeface="+mj-ea"/>
              <a:ea typeface="+mj-ea"/>
            </a:endParaRPr>
          </a:p>
        </p:txBody>
      </p:sp>
      <p:sp>
        <p:nvSpPr>
          <p:cNvPr id="9" name="四角形: 角を丸くする 8">
            <a:extLst>
              <a:ext uri="{FF2B5EF4-FFF2-40B4-BE49-F238E27FC236}">
                <a16:creationId xmlns:a16="http://schemas.microsoft.com/office/drawing/2014/main" id="{8B3F7D0D-A0AC-55A9-53D7-B99CC12CDDB1}"/>
              </a:ext>
            </a:extLst>
          </p:cNvPr>
          <p:cNvSpPr/>
          <p:nvPr/>
        </p:nvSpPr>
        <p:spPr>
          <a:xfrm>
            <a:off x="4254341" y="3796752"/>
            <a:ext cx="3022761" cy="2354317"/>
          </a:xfrm>
          <a:prstGeom prst="roundRect">
            <a:avLst>
              <a:gd name="adj" fmla="val 5109"/>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44000" tIns="108000" rIns="144000" bIns="108000" rtlCol="0" anchor="ctr"/>
          <a:lstStyle/>
          <a:p>
            <a:pPr algn="ctr"/>
            <a:r>
              <a:rPr kumimoji="1" lang="ja-JP" altLang="en-US" sz="2000" b="1">
                <a:solidFill>
                  <a:srgbClr val="033865"/>
                </a:solidFill>
                <a:latin typeface="BIZ UDPゴシック" panose="020B0400000000000000" pitchFamily="50" charset="-128"/>
                <a:ea typeface="BIZ UDPゴシック" panose="020B0400000000000000" pitchFamily="50" charset="-128"/>
              </a:rPr>
              <a:t>テキストボックス</a:t>
            </a:r>
          </a:p>
        </p:txBody>
      </p:sp>
      <p:sp>
        <p:nvSpPr>
          <p:cNvPr id="10" name="吹き出し: 折線 9">
            <a:extLst>
              <a:ext uri="{FF2B5EF4-FFF2-40B4-BE49-F238E27FC236}">
                <a16:creationId xmlns:a16="http://schemas.microsoft.com/office/drawing/2014/main" id="{D5D6FB69-F091-16DA-FE5B-D21B8D8C064C}"/>
              </a:ext>
            </a:extLst>
          </p:cNvPr>
          <p:cNvSpPr/>
          <p:nvPr/>
        </p:nvSpPr>
        <p:spPr>
          <a:xfrm>
            <a:off x="9112695" y="1580991"/>
            <a:ext cx="1854200" cy="993555"/>
          </a:xfrm>
          <a:prstGeom prst="borderCallout2">
            <a:avLst>
              <a:gd name="adj1" fmla="val 18750"/>
              <a:gd name="adj2" fmla="val -114"/>
              <a:gd name="adj3" fmla="val 18750"/>
              <a:gd name="adj4" fmla="val -16667"/>
              <a:gd name="adj5" fmla="val 112500"/>
              <a:gd name="adj6" fmla="val -46667"/>
            </a:avLst>
          </a:prstGeom>
          <a:solidFill>
            <a:srgbClr val="FFCCCC"/>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144000" tIns="108000" rIns="91440" bIns="108000" rtlCol="0" anchor="t" anchorCtr="0"/>
          <a:lstStyle/>
          <a:p>
            <a:pPr algn="l"/>
            <a:r>
              <a:rPr kumimoji="1" lang="ja-JP" altLang="en-US" sz="1400" b="1">
                <a:solidFill>
                  <a:srgbClr val="FF0000"/>
                </a:solidFill>
                <a:latin typeface="BIZ UDPゴシック" panose="020B0400000000000000" pitchFamily="50" charset="-128"/>
                <a:ea typeface="BIZ UDPゴシック" panose="020B0400000000000000" pitchFamily="50" charset="-128"/>
              </a:rPr>
              <a:t>注記コメント</a:t>
            </a:r>
          </a:p>
        </p:txBody>
      </p:sp>
      <p:cxnSp>
        <p:nvCxnSpPr>
          <p:cNvPr id="15" name="直線コネクタ 14">
            <a:extLst>
              <a:ext uri="{FF2B5EF4-FFF2-40B4-BE49-F238E27FC236}">
                <a16:creationId xmlns:a16="http://schemas.microsoft.com/office/drawing/2014/main" id="{5D70EB72-E005-7A0A-BED9-2CD6CA534A5B}"/>
              </a:ext>
            </a:extLst>
          </p:cNvPr>
          <p:cNvCxnSpPr>
            <a:cxnSpLocks/>
          </p:cNvCxnSpPr>
          <p:nvPr/>
        </p:nvCxnSpPr>
        <p:spPr>
          <a:xfrm>
            <a:off x="520140" y="4411125"/>
            <a:ext cx="348036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464B41DB-30E0-D85F-EE66-EDE72E139082}"/>
              </a:ext>
            </a:extLst>
          </p:cNvPr>
          <p:cNvCxnSpPr>
            <a:cxnSpLocks/>
          </p:cNvCxnSpPr>
          <p:nvPr/>
        </p:nvCxnSpPr>
        <p:spPr>
          <a:xfrm>
            <a:off x="4000500" y="1130258"/>
            <a:ext cx="0" cy="524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B0AEA373-A9CD-321D-4A27-3E1A70DD95DF}"/>
              </a:ext>
            </a:extLst>
          </p:cNvPr>
          <p:cNvCxnSpPr>
            <a:cxnSpLocks/>
          </p:cNvCxnSpPr>
          <p:nvPr/>
        </p:nvCxnSpPr>
        <p:spPr>
          <a:xfrm>
            <a:off x="520140" y="2038896"/>
            <a:ext cx="348036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7C55FE8D-4111-D953-042D-68486605FCEC}"/>
              </a:ext>
            </a:extLst>
          </p:cNvPr>
          <p:cNvCxnSpPr>
            <a:cxnSpLocks/>
          </p:cNvCxnSpPr>
          <p:nvPr/>
        </p:nvCxnSpPr>
        <p:spPr>
          <a:xfrm>
            <a:off x="7557496" y="1066758"/>
            <a:ext cx="0" cy="524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3" name="四角形: 角を丸くする 22">
            <a:extLst>
              <a:ext uri="{FF2B5EF4-FFF2-40B4-BE49-F238E27FC236}">
                <a16:creationId xmlns:a16="http://schemas.microsoft.com/office/drawing/2014/main" id="{E2603C91-DA24-CFB2-1801-6430B9B72167}"/>
              </a:ext>
            </a:extLst>
          </p:cNvPr>
          <p:cNvSpPr>
            <a:spLocks/>
          </p:cNvSpPr>
          <p:nvPr/>
        </p:nvSpPr>
        <p:spPr bwMode="auto">
          <a:xfrm>
            <a:off x="661244" y="4753429"/>
            <a:ext cx="2984818" cy="504000"/>
          </a:xfrm>
          <a:prstGeom prst="roundRect">
            <a:avLst>
              <a:gd name="adj" fmla="val 8466"/>
            </a:avLst>
          </a:prstGeom>
          <a:solidFill>
            <a:schemeClr val="bg1"/>
          </a:solidFill>
          <a:ln w="19050">
            <a:solidFill>
              <a:srgbClr val="033865"/>
            </a:solidFill>
          </a:ln>
        </p:spPr>
        <p:txBody>
          <a:bodyPr wrap="none" lIns="180000" tIns="0" rIns="180000" bIns="36000" rtlCol="0" anchor="ctr">
            <a:noAutofit/>
          </a:bodyPr>
          <a:lstStyle/>
          <a:p>
            <a:pPr algn="ctr"/>
            <a:r>
              <a:rPr lang="ja-JP" altLang="en-US" b="1">
                <a:solidFill>
                  <a:srgbClr val="033865"/>
                </a:solidFill>
                <a:latin typeface="+mj-ea"/>
                <a:ea typeface="+mj-ea"/>
                <a:cs typeface="Arial" charset="0"/>
              </a:rPr>
              <a:t>テキストテキスト</a:t>
            </a:r>
            <a:endParaRPr kumimoji="1" lang="ja-JP" altLang="en-US" sz="600">
              <a:solidFill>
                <a:srgbClr val="033865"/>
              </a:solidFill>
              <a:latin typeface="+mj-ea"/>
              <a:ea typeface="+mj-ea"/>
            </a:endParaRPr>
          </a:p>
        </p:txBody>
      </p:sp>
      <p:sp>
        <p:nvSpPr>
          <p:cNvPr id="24" name="四角形: 角を丸くする 23">
            <a:extLst>
              <a:ext uri="{FF2B5EF4-FFF2-40B4-BE49-F238E27FC236}">
                <a16:creationId xmlns:a16="http://schemas.microsoft.com/office/drawing/2014/main" id="{E97232F0-3FB2-FBF5-53C4-A6BAA684C791}"/>
              </a:ext>
            </a:extLst>
          </p:cNvPr>
          <p:cNvSpPr>
            <a:spLocks/>
          </p:cNvSpPr>
          <p:nvPr/>
        </p:nvSpPr>
        <p:spPr bwMode="auto">
          <a:xfrm>
            <a:off x="661244" y="5502413"/>
            <a:ext cx="2984818" cy="504000"/>
          </a:xfrm>
          <a:prstGeom prst="roundRect">
            <a:avLst>
              <a:gd name="adj" fmla="val 8466"/>
            </a:avLst>
          </a:prstGeom>
          <a:solidFill>
            <a:schemeClr val="bg1"/>
          </a:solidFill>
          <a:ln w="19050">
            <a:solidFill>
              <a:srgbClr val="0086C5"/>
            </a:solidFill>
          </a:ln>
        </p:spPr>
        <p:txBody>
          <a:bodyPr wrap="none" lIns="180000" tIns="0" rIns="180000" bIns="36000" rtlCol="0" anchor="ctr">
            <a:noAutofit/>
          </a:bodyPr>
          <a:lstStyle/>
          <a:p>
            <a:pPr algn="ctr"/>
            <a:r>
              <a:rPr lang="ja-JP" altLang="en-US" b="1">
                <a:solidFill>
                  <a:srgbClr val="0086C5"/>
                </a:solidFill>
                <a:latin typeface="+mj-ea"/>
                <a:ea typeface="+mj-ea"/>
                <a:cs typeface="Arial" charset="0"/>
              </a:rPr>
              <a:t>テキストテキスト</a:t>
            </a:r>
            <a:endParaRPr kumimoji="1" lang="ja-JP" altLang="en-US" sz="600">
              <a:solidFill>
                <a:srgbClr val="0086C5"/>
              </a:solidFill>
              <a:latin typeface="+mj-ea"/>
              <a:ea typeface="+mj-ea"/>
            </a:endParaRPr>
          </a:p>
        </p:txBody>
      </p:sp>
      <p:grpSp>
        <p:nvGrpSpPr>
          <p:cNvPr id="25" name="グループ化 24">
            <a:extLst>
              <a:ext uri="{FF2B5EF4-FFF2-40B4-BE49-F238E27FC236}">
                <a16:creationId xmlns:a16="http://schemas.microsoft.com/office/drawing/2014/main" id="{044AF714-7337-3EC6-186A-C3D57486BADC}"/>
              </a:ext>
            </a:extLst>
          </p:cNvPr>
          <p:cNvGrpSpPr/>
          <p:nvPr/>
        </p:nvGrpSpPr>
        <p:grpSpPr>
          <a:xfrm>
            <a:off x="7837891" y="4097494"/>
            <a:ext cx="3197849" cy="1908919"/>
            <a:chOff x="1340426" y="2623044"/>
            <a:chExt cx="3197849" cy="1908919"/>
          </a:xfrm>
        </p:grpSpPr>
        <p:sp>
          <p:nvSpPr>
            <p:cNvPr id="26" name="テキスト ボックス 25">
              <a:extLst>
                <a:ext uri="{FF2B5EF4-FFF2-40B4-BE49-F238E27FC236}">
                  <a16:creationId xmlns:a16="http://schemas.microsoft.com/office/drawing/2014/main" id="{817CC953-776B-25F0-5C4C-0E233694EC57}"/>
                </a:ext>
              </a:extLst>
            </p:cNvPr>
            <p:cNvSpPr txBox="1"/>
            <p:nvPr/>
          </p:nvSpPr>
          <p:spPr>
            <a:xfrm>
              <a:off x="1456391" y="3392040"/>
              <a:ext cx="2965916" cy="631583"/>
            </a:xfrm>
            <a:prstGeom prst="rect">
              <a:avLst/>
            </a:prstGeom>
            <a:noFill/>
          </p:spPr>
          <p:txBody>
            <a:bodyPr wrap="square" lIns="0" tIns="0" rIns="0" bIns="0" rtlCol="0" anchor="t">
              <a:spAutoFit/>
            </a:bodyPr>
            <a:lstStyle/>
            <a:p>
              <a:pPr marL="285750" indent="-192088">
                <a:lnSpc>
                  <a:spcPct val="120000"/>
                </a:lnSpc>
                <a:spcAft>
                  <a:spcPts val="600"/>
                </a:spcAft>
                <a:buFont typeface="Arial" panose="020B0604020202020204" pitchFamily="34" charset="0"/>
                <a:buChar char="•"/>
              </a:pPr>
              <a:r>
                <a:rPr lang="ja-JP" altLang="en-US" sz="1200">
                  <a:latin typeface="BIZ UDPゴシック" panose="020B0400000000000000" pitchFamily="50" charset="-128"/>
                  <a:ea typeface="BIZ UDPゴシック" panose="020B0400000000000000" pitchFamily="50" charset="-128"/>
                </a:rPr>
                <a:t>テキスト説明テキスト説明テキスト説明テキスト説明テキスト説明テキスト説明テキスト説明</a:t>
              </a:r>
              <a:endParaRPr lang="en-US" altLang="ja-JP" sz="1200">
                <a:latin typeface="BIZ UDPゴシック" panose="020B0400000000000000" pitchFamily="50" charset="-128"/>
                <a:ea typeface="BIZ UDPゴシック" panose="020B0400000000000000" pitchFamily="50" charset="-128"/>
              </a:endParaRPr>
            </a:p>
          </p:txBody>
        </p:sp>
        <p:sp>
          <p:nvSpPr>
            <p:cNvPr id="27" name="四角形: 角を丸くする 26">
              <a:extLst>
                <a:ext uri="{FF2B5EF4-FFF2-40B4-BE49-F238E27FC236}">
                  <a16:creationId xmlns:a16="http://schemas.microsoft.com/office/drawing/2014/main" id="{66544B0C-D93E-E6D2-B1D4-059AD2A05112}"/>
                </a:ext>
              </a:extLst>
            </p:cNvPr>
            <p:cNvSpPr/>
            <p:nvPr/>
          </p:nvSpPr>
          <p:spPr>
            <a:xfrm>
              <a:off x="1340427" y="2623044"/>
              <a:ext cx="3197848" cy="1908919"/>
            </a:xfrm>
            <a:prstGeom prst="roundRect">
              <a:avLst>
                <a:gd name="adj" fmla="val 2327"/>
              </a:avLst>
            </a:prstGeom>
            <a:noFill/>
            <a:ln w="41275">
              <a:solidFill>
                <a:srgbClr val="003965"/>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kumimoji="1" lang="ja-JP" altLang="en-US"/>
            </a:p>
            <a:p>
              <a:pPr algn="ctr"/>
              <a:endParaRPr lang="ja-JP" altLang="en-US"/>
            </a:p>
          </p:txBody>
        </p:sp>
        <p:sp>
          <p:nvSpPr>
            <p:cNvPr id="28" name="テキスト ボックス 27">
              <a:extLst>
                <a:ext uri="{FF2B5EF4-FFF2-40B4-BE49-F238E27FC236}">
                  <a16:creationId xmlns:a16="http://schemas.microsoft.com/office/drawing/2014/main" id="{754239C7-3B2A-AB0E-E18E-B4FFF3A561B0}"/>
                </a:ext>
              </a:extLst>
            </p:cNvPr>
            <p:cNvSpPr txBox="1"/>
            <p:nvPr/>
          </p:nvSpPr>
          <p:spPr>
            <a:xfrm>
              <a:off x="1340426" y="2837724"/>
              <a:ext cx="3197847" cy="355216"/>
            </a:xfrm>
            <a:prstGeom prst="rect">
              <a:avLst/>
            </a:prstGeom>
            <a:noFill/>
          </p:spPr>
          <p:txBody>
            <a:bodyPr wrap="square" lIns="36000" tIns="36000" rIns="72000" bIns="36000" rtlCol="0" anchor="ctr" anchorCtr="0">
              <a:spAutoFit/>
            </a:bodyPr>
            <a:lstStyle/>
            <a:p>
              <a:pPr algn="ctr">
                <a:lnSpc>
                  <a:spcPct val="120000"/>
                </a:lnSpc>
                <a:spcAft>
                  <a:spcPts val="1800"/>
                </a:spcAft>
              </a:pPr>
              <a:r>
                <a:rPr lang="ja-JP" altLang="en-US" b="1">
                  <a:solidFill>
                    <a:srgbClr val="033866"/>
                  </a:solidFill>
                  <a:latin typeface="BIZ UDPゴシック" panose="020B0400000000000000" pitchFamily="50" charset="-128"/>
                  <a:ea typeface="BIZ UDPゴシック" panose="020B0400000000000000" pitchFamily="50" charset="-128"/>
                </a:rPr>
                <a:t>項目タイトル項目タイトル</a:t>
              </a:r>
              <a:endParaRPr lang="en-US" altLang="ja-JP" b="1">
                <a:solidFill>
                  <a:srgbClr val="033866"/>
                </a:solidFill>
                <a:latin typeface="BIZ UDPゴシック" panose="020B0400000000000000" pitchFamily="50" charset="-128"/>
                <a:ea typeface="BIZ UDPゴシック" panose="020B0400000000000000" pitchFamily="50" charset="-128"/>
              </a:endParaRPr>
            </a:p>
          </p:txBody>
        </p:sp>
      </p:grpSp>
      <p:cxnSp>
        <p:nvCxnSpPr>
          <p:cNvPr id="29" name="直線コネクタ 28">
            <a:extLst>
              <a:ext uri="{FF2B5EF4-FFF2-40B4-BE49-F238E27FC236}">
                <a16:creationId xmlns:a16="http://schemas.microsoft.com/office/drawing/2014/main" id="{F80562CA-FF8D-F16B-A1D9-37BC2CCDE23A}"/>
              </a:ext>
            </a:extLst>
          </p:cNvPr>
          <p:cNvCxnSpPr>
            <a:cxnSpLocks/>
          </p:cNvCxnSpPr>
          <p:nvPr/>
        </p:nvCxnSpPr>
        <p:spPr>
          <a:xfrm>
            <a:off x="7557496" y="3429000"/>
            <a:ext cx="397410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 name="図 1" descr="ロゴ&#10;&#10;AI 生成コンテンツは誤りを含む可能性があります。">
            <a:extLst>
              <a:ext uri="{FF2B5EF4-FFF2-40B4-BE49-F238E27FC236}">
                <a16:creationId xmlns:a16="http://schemas.microsoft.com/office/drawing/2014/main" id="{4206677B-8A6A-884C-1238-D36406D7A3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0548" y="1243110"/>
            <a:ext cx="1714452" cy="625379"/>
          </a:xfrm>
          <a:prstGeom prst="rect">
            <a:avLst/>
          </a:prstGeom>
        </p:spPr>
      </p:pic>
    </p:spTree>
    <p:extLst>
      <p:ext uri="{BB962C8B-B14F-4D97-AF65-F5344CB8AC3E}">
        <p14:creationId xmlns:p14="http://schemas.microsoft.com/office/powerpoint/2010/main" val="38941180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1EB2B-79BC-E0B2-A7E4-61F394AFDB60}"/>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54F1E1CE-61EE-C337-33F8-4E5B298EA88D}"/>
              </a:ext>
            </a:extLst>
          </p:cNvPr>
          <p:cNvSpPr>
            <a:spLocks noGrp="1"/>
          </p:cNvSpPr>
          <p:nvPr>
            <p:ph type="title"/>
          </p:nvPr>
        </p:nvSpPr>
        <p:spPr/>
        <p:txBody>
          <a:bodyPr/>
          <a:lstStyle/>
          <a:p>
            <a:r>
              <a:rPr lang="ja-JP" altLang="en-US"/>
              <a:t>サンプル：スライドパーツ アイコン</a:t>
            </a:r>
            <a:r>
              <a:rPr lang="ja-JP" altLang="en-US">
                <a:latin typeface="+mj-ea"/>
                <a:ea typeface="+mj-ea"/>
              </a:rPr>
              <a:t>（</a:t>
            </a:r>
            <a:r>
              <a:rPr lang="en-US" altLang="ja-JP">
                <a:latin typeface="+mj-ea"/>
                <a:ea typeface="+mj-ea"/>
              </a:rPr>
              <a:t>Microsoft</a:t>
            </a:r>
            <a:r>
              <a:rPr lang="ja-JP" altLang="en-US">
                <a:latin typeface="+mj-ea"/>
                <a:ea typeface="+mj-ea"/>
              </a:rPr>
              <a:t>標準）</a:t>
            </a:r>
          </a:p>
        </p:txBody>
      </p:sp>
      <p:cxnSp>
        <p:nvCxnSpPr>
          <p:cNvPr id="15" name="直線コネクタ 14">
            <a:extLst>
              <a:ext uri="{FF2B5EF4-FFF2-40B4-BE49-F238E27FC236}">
                <a16:creationId xmlns:a16="http://schemas.microsoft.com/office/drawing/2014/main" id="{AEF2D208-161F-F721-0AA9-A98C1A33E2CB}"/>
              </a:ext>
            </a:extLst>
          </p:cNvPr>
          <p:cNvCxnSpPr>
            <a:cxnSpLocks/>
          </p:cNvCxnSpPr>
          <p:nvPr/>
        </p:nvCxnSpPr>
        <p:spPr>
          <a:xfrm>
            <a:off x="520140" y="4411125"/>
            <a:ext cx="7037356"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49AF6DE2-DABF-D09A-308C-67E107877533}"/>
              </a:ext>
            </a:extLst>
          </p:cNvPr>
          <p:cNvCxnSpPr>
            <a:cxnSpLocks/>
          </p:cNvCxnSpPr>
          <p:nvPr/>
        </p:nvCxnSpPr>
        <p:spPr>
          <a:xfrm>
            <a:off x="7557496" y="1066758"/>
            <a:ext cx="0" cy="524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04F5957B-0BEC-8EFE-45C0-92D165CA8B06}"/>
              </a:ext>
            </a:extLst>
          </p:cNvPr>
          <p:cNvCxnSpPr>
            <a:cxnSpLocks/>
          </p:cNvCxnSpPr>
          <p:nvPr/>
        </p:nvCxnSpPr>
        <p:spPr>
          <a:xfrm>
            <a:off x="7557496" y="3512128"/>
            <a:ext cx="397410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3" name="グラフィックス 2" descr="男性のプロフィール 単色塗りつぶし">
            <a:extLst>
              <a:ext uri="{FF2B5EF4-FFF2-40B4-BE49-F238E27FC236}">
                <a16:creationId xmlns:a16="http://schemas.microsoft.com/office/drawing/2014/main" id="{D9FA6A7A-7ADD-E5F3-612D-A952F92A471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95320" y="2281493"/>
            <a:ext cx="914400" cy="914400"/>
          </a:xfrm>
          <a:prstGeom prst="rect">
            <a:avLst/>
          </a:prstGeom>
        </p:spPr>
      </p:pic>
      <p:pic>
        <p:nvPicPr>
          <p:cNvPr id="8" name="グラフィックス 7" descr="男性のプロフィール 枠線">
            <a:extLst>
              <a:ext uri="{FF2B5EF4-FFF2-40B4-BE49-F238E27FC236}">
                <a16:creationId xmlns:a16="http://schemas.microsoft.com/office/drawing/2014/main" id="{8700AD78-88D4-32C7-F268-99BC11192E1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68155" y="2281493"/>
            <a:ext cx="849440" cy="849440"/>
          </a:xfrm>
          <a:prstGeom prst="rect">
            <a:avLst/>
          </a:prstGeom>
        </p:spPr>
      </p:pic>
      <p:pic>
        <p:nvPicPr>
          <p:cNvPr id="14" name="グラフィックス 13" descr="男性 単色塗りつぶし">
            <a:extLst>
              <a:ext uri="{FF2B5EF4-FFF2-40B4-BE49-F238E27FC236}">
                <a16:creationId xmlns:a16="http://schemas.microsoft.com/office/drawing/2014/main" id="{3D87F422-20FF-BD09-CE75-B23D449689D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6616" y="1206228"/>
            <a:ext cx="828433" cy="828433"/>
          </a:xfrm>
          <a:prstGeom prst="rect">
            <a:avLst/>
          </a:prstGeom>
        </p:spPr>
      </p:pic>
      <p:pic>
        <p:nvPicPr>
          <p:cNvPr id="19" name="グラフィックス 18" descr="男性の集団 枠線">
            <a:extLst>
              <a:ext uri="{FF2B5EF4-FFF2-40B4-BE49-F238E27FC236}">
                <a16:creationId xmlns:a16="http://schemas.microsoft.com/office/drawing/2014/main" id="{54AD5D59-4446-ECA3-E779-0C3A4C8DACD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40990" y="2281493"/>
            <a:ext cx="849440" cy="849440"/>
          </a:xfrm>
          <a:prstGeom prst="rect">
            <a:avLst/>
          </a:prstGeom>
        </p:spPr>
      </p:pic>
      <p:pic>
        <p:nvPicPr>
          <p:cNvPr id="30" name="グラフィックス 29" descr="2 人の男性 枠線">
            <a:extLst>
              <a:ext uri="{FF2B5EF4-FFF2-40B4-BE49-F238E27FC236}">
                <a16:creationId xmlns:a16="http://schemas.microsoft.com/office/drawing/2014/main" id="{4DFF8C11-A0B6-F6BB-7433-1A4E3C90609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294656" y="1195724"/>
            <a:ext cx="849440" cy="849440"/>
          </a:xfrm>
          <a:prstGeom prst="rect">
            <a:avLst/>
          </a:prstGeom>
        </p:spPr>
      </p:pic>
      <p:pic>
        <p:nvPicPr>
          <p:cNvPr id="32" name="グラフィックス 31" descr="ユーザー 単色塗りつぶし">
            <a:extLst>
              <a:ext uri="{FF2B5EF4-FFF2-40B4-BE49-F238E27FC236}">
                <a16:creationId xmlns:a16="http://schemas.microsoft.com/office/drawing/2014/main" id="{F46CA24A-DD18-6575-6ED3-31A70AF7BEF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952750" y="1195724"/>
            <a:ext cx="849440" cy="849440"/>
          </a:xfrm>
          <a:prstGeom prst="rect">
            <a:avLst/>
          </a:prstGeom>
        </p:spPr>
      </p:pic>
      <p:pic>
        <p:nvPicPr>
          <p:cNvPr id="34" name="グラフィックス 33" descr="ユーザー 枠線">
            <a:extLst>
              <a:ext uri="{FF2B5EF4-FFF2-40B4-BE49-F238E27FC236}">
                <a16:creationId xmlns:a16="http://schemas.microsoft.com/office/drawing/2014/main" id="{057C5A27-CD84-5E16-ABDE-AFE5552B8170}"/>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123703" y="1195724"/>
            <a:ext cx="849440" cy="849440"/>
          </a:xfrm>
          <a:prstGeom prst="rect">
            <a:avLst/>
          </a:prstGeom>
        </p:spPr>
      </p:pic>
      <p:pic>
        <p:nvPicPr>
          <p:cNvPr id="36" name="グラフィックス 35" descr="ユーザー 枠線">
            <a:extLst>
              <a:ext uri="{FF2B5EF4-FFF2-40B4-BE49-F238E27FC236}">
                <a16:creationId xmlns:a16="http://schemas.microsoft.com/office/drawing/2014/main" id="{67498E77-637E-FA4E-55D1-65870FEA9161}"/>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414610" y="2281493"/>
            <a:ext cx="849440" cy="849440"/>
          </a:xfrm>
          <a:prstGeom prst="rect">
            <a:avLst/>
          </a:prstGeom>
        </p:spPr>
      </p:pic>
      <p:pic>
        <p:nvPicPr>
          <p:cNvPr id="38" name="グラフィックス 37" descr="棒グラフ 枠線">
            <a:extLst>
              <a:ext uri="{FF2B5EF4-FFF2-40B4-BE49-F238E27FC236}">
                <a16:creationId xmlns:a16="http://schemas.microsoft.com/office/drawing/2014/main" id="{33AAD556-04D0-62EF-DDD5-01634F3EDD1A}"/>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760767" y="3632626"/>
            <a:ext cx="849440" cy="849440"/>
          </a:xfrm>
          <a:prstGeom prst="rect">
            <a:avLst/>
          </a:prstGeom>
        </p:spPr>
      </p:pic>
      <p:pic>
        <p:nvPicPr>
          <p:cNvPr id="42" name="グラフィックス 41" descr="データベース 単色塗りつぶし">
            <a:extLst>
              <a:ext uri="{FF2B5EF4-FFF2-40B4-BE49-F238E27FC236}">
                <a16:creationId xmlns:a16="http://schemas.microsoft.com/office/drawing/2014/main" id="{FF6EBA4D-B399-1FE2-886C-F836B8D29451}"/>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9708185" y="2398076"/>
            <a:ext cx="849440" cy="849440"/>
          </a:xfrm>
          <a:prstGeom prst="rect">
            <a:avLst/>
          </a:prstGeom>
        </p:spPr>
      </p:pic>
      <p:pic>
        <p:nvPicPr>
          <p:cNvPr id="44" name="グラフィックス 43" descr="データベース 枠線">
            <a:extLst>
              <a:ext uri="{FF2B5EF4-FFF2-40B4-BE49-F238E27FC236}">
                <a16:creationId xmlns:a16="http://schemas.microsoft.com/office/drawing/2014/main" id="{BB8E4F39-6EC6-4EA3-C972-5DE75843D9CB}"/>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0608083" y="2398076"/>
            <a:ext cx="849440" cy="849440"/>
          </a:xfrm>
          <a:prstGeom prst="rect">
            <a:avLst/>
          </a:prstGeom>
        </p:spPr>
      </p:pic>
      <p:pic>
        <p:nvPicPr>
          <p:cNvPr id="46" name="グラフィックス 45" descr="ハーベイ ボール 10% 単色塗りつぶし">
            <a:extLst>
              <a:ext uri="{FF2B5EF4-FFF2-40B4-BE49-F238E27FC236}">
                <a16:creationId xmlns:a16="http://schemas.microsoft.com/office/drawing/2014/main" id="{11A98427-ABF4-593B-9BF0-4682D7A05854}"/>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7758992" y="5613697"/>
            <a:ext cx="849440" cy="849440"/>
          </a:xfrm>
          <a:prstGeom prst="rect">
            <a:avLst/>
          </a:prstGeom>
        </p:spPr>
      </p:pic>
      <p:pic>
        <p:nvPicPr>
          <p:cNvPr id="48" name="グラフィックス 47" descr="統計 枠線">
            <a:extLst>
              <a:ext uri="{FF2B5EF4-FFF2-40B4-BE49-F238E27FC236}">
                <a16:creationId xmlns:a16="http://schemas.microsoft.com/office/drawing/2014/main" id="{00716C81-7210-0C5D-B079-025A290DF675}"/>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9786941" y="3632626"/>
            <a:ext cx="849440" cy="849440"/>
          </a:xfrm>
          <a:prstGeom prst="rect">
            <a:avLst/>
          </a:prstGeom>
        </p:spPr>
      </p:pic>
      <p:pic>
        <p:nvPicPr>
          <p:cNvPr id="50" name="グラフィックス 49" descr="思案中の吹き出し 枠線">
            <a:extLst>
              <a:ext uri="{FF2B5EF4-FFF2-40B4-BE49-F238E27FC236}">
                <a16:creationId xmlns:a16="http://schemas.microsoft.com/office/drawing/2014/main" id="{2F8CCD17-C6C3-1F1C-79EF-22F9693AB97A}"/>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6268940" y="2281493"/>
            <a:ext cx="849440" cy="849440"/>
          </a:xfrm>
          <a:prstGeom prst="rect">
            <a:avLst/>
          </a:prstGeom>
        </p:spPr>
      </p:pic>
      <p:pic>
        <p:nvPicPr>
          <p:cNvPr id="52" name="グラフィックス 51" descr="コメント: 重要 単色塗りつぶし">
            <a:extLst>
              <a:ext uri="{FF2B5EF4-FFF2-40B4-BE49-F238E27FC236}">
                <a16:creationId xmlns:a16="http://schemas.microsoft.com/office/drawing/2014/main" id="{AEFC927C-41E2-7393-5A72-3B94F131806E}"/>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7831455" y="2407124"/>
            <a:ext cx="849440" cy="849440"/>
          </a:xfrm>
          <a:prstGeom prst="rect">
            <a:avLst/>
          </a:prstGeom>
        </p:spPr>
      </p:pic>
      <p:pic>
        <p:nvPicPr>
          <p:cNvPr id="54" name="グラフィックス 53" descr="ネットワーク 枠線">
            <a:extLst>
              <a:ext uri="{FF2B5EF4-FFF2-40B4-BE49-F238E27FC236}">
                <a16:creationId xmlns:a16="http://schemas.microsoft.com/office/drawing/2014/main" id="{32C6B002-3A8C-BAC2-01D2-89BAD63E9FE4}"/>
              </a:ext>
            </a:extLst>
          </p:cNvPr>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3454387" y="4676502"/>
            <a:ext cx="849440" cy="849440"/>
          </a:xfrm>
          <a:prstGeom prst="rect">
            <a:avLst/>
          </a:prstGeom>
        </p:spPr>
      </p:pic>
      <p:pic>
        <p:nvPicPr>
          <p:cNvPr id="56" name="グラフィックス 55" descr="ネットワーク図 単色塗りつぶし">
            <a:extLst>
              <a:ext uri="{FF2B5EF4-FFF2-40B4-BE49-F238E27FC236}">
                <a16:creationId xmlns:a16="http://schemas.microsoft.com/office/drawing/2014/main" id="{6AAFDB3D-2A8C-2E63-82C3-83D327E91199}"/>
              </a:ext>
            </a:extLst>
          </p:cNvPr>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1586979" y="4676502"/>
            <a:ext cx="849440" cy="849440"/>
          </a:xfrm>
          <a:prstGeom prst="rect">
            <a:avLst/>
          </a:prstGeom>
        </p:spPr>
      </p:pic>
      <p:pic>
        <p:nvPicPr>
          <p:cNvPr id="58" name="グラフィックス 57" descr="ネットワーク図 枠線">
            <a:extLst>
              <a:ext uri="{FF2B5EF4-FFF2-40B4-BE49-F238E27FC236}">
                <a16:creationId xmlns:a16="http://schemas.microsoft.com/office/drawing/2014/main" id="{C3B539DE-6D40-A247-F9D5-5CDA2A8FE213}"/>
              </a:ext>
            </a:extLst>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2520683" y="4676502"/>
            <a:ext cx="849440" cy="849440"/>
          </a:xfrm>
          <a:prstGeom prst="rect">
            <a:avLst/>
          </a:prstGeom>
        </p:spPr>
      </p:pic>
      <p:pic>
        <p:nvPicPr>
          <p:cNvPr id="62" name="グラフィックス 61" descr="ユーザー ネットワーク 枠線">
            <a:extLst>
              <a:ext uri="{FF2B5EF4-FFF2-40B4-BE49-F238E27FC236}">
                <a16:creationId xmlns:a16="http://schemas.microsoft.com/office/drawing/2014/main" id="{DE411B1D-F180-A738-3893-77CBCE522F92}"/>
              </a:ext>
            </a:extLst>
          </p:cNvPr>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6255501" y="4676502"/>
            <a:ext cx="849440" cy="849440"/>
          </a:xfrm>
          <a:prstGeom prst="rect">
            <a:avLst/>
          </a:prstGeom>
        </p:spPr>
      </p:pic>
      <p:pic>
        <p:nvPicPr>
          <p:cNvPr id="64" name="グラフィックス 63" descr="アドレス帳 枠線">
            <a:extLst>
              <a:ext uri="{FF2B5EF4-FFF2-40B4-BE49-F238E27FC236}">
                <a16:creationId xmlns:a16="http://schemas.microsoft.com/office/drawing/2014/main" id="{59914A27-C906-A078-D096-605992ACB126}"/>
              </a:ext>
            </a:extLst>
          </p:cNvPr>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3932656" y="3388710"/>
            <a:ext cx="849440" cy="849440"/>
          </a:xfrm>
          <a:prstGeom prst="rect">
            <a:avLst/>
          </a:prstGeom>
        </p:spPr>
      </p:pic>
      <p:pic>
        <p:nvPicPr>
          <p:cNvPr id="66" name="グラフィックス 65" descr="棒グラフ (上昇) 枠線">
            <a:extLst>
              <a:ext uri="{FF2B5EF4-FFF2-40B4-BE49-F238E27FC236}">
                <a16:creationId xmlns:a16="http://schemas.microsoft.com/office/drawing/2014/main" id="{EC3EE8C8-F0CF-5D49-B207-4AE715D69DC1}"/>
              </a:ext>
            </a:extLst>
          </p:cNvPr>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8773854" y="3632626"/>
            <a:ext cx="849440" cy="849440"/>
          </a:xfrm>
          <a:prstGeom prst="rect">
            <a:avLst/>
          </a:prstGeom>
        </p:spPr>
      </p:pic>
      <p:pic>
        <p:nvPicPr>
          <p:cNvPr id="68" name="グラフィックス 67" descr="役員室 単色塗りつぶし">
            <a:extLst>
              <a:ext uri="{FF2B5EF4-FFF2-40B4-BE49-F238E27FC236}">
                <a16:creationId xmlns:a16="http://schemas.microsoft.com/office/drawing/2014/main" id="{F22492EC-7ED1-5613-F3BA-C080F718D782}"/>
              </a:ext>
            </a:extLst>
          </p:cNvPr>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3487445" y="2281493"/>
            <a:ext cx="849440" cy="849440"/>
          </a:xfrm>
          <a:prstGeom prst="rect">
            <a:avLst/>
          </a:prstGeom>
        </p:spPr>
      </p:pic>
      <p:pic>
        <p:nvPicPr>
          <p:cNvPr id="70" name="グラフィックス 69" descr="役員室 枠線">
            <a:extLst>
              <a:ext uri="{FF2B5EF4-FFF2-40B4-BE49-F238E27FC236}">
                <a16:creationId xmlns:a16="http://schemas.microsoft.com/office/drawing/2014/main" id="{ED7C31DA-5692-E113-B0D9-CABF964D3EA7}"/>
              </a:ext>
            </a:extLst>
          </p:cNvPr>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4610844" y="1195724"/>
            <a:ext cx="849440" cy="849440"/>
          </a:xfrm>
          <a:prstGeom prst="rect">
            <a:avLst/>
          </a:prstGeom>
        </p:spPr>
      </p:pic>
      <p:pic>
        <p:nvPicPr>
          <p:cNvPr id="72" name="グラフィックス 71" descr="事業の成長 枠線">
            <a:extLst>
              <a:ext uri="{FF2B5EF4-FFF2-40B4-BE49-F238E27FC236}">
                <a16:creationId xmlns:a16="http://schemas.microsoft.com/office/drawing/2014/main" id="{E4601C1C-6DD8-9F5B-6749-EA95E8534A0C}"/>
              </a:ext>
            </a:extLst>
          </p:cNvPr>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10800028" y="3632626"/>
            <a:ext cx="849440" cy="849440"/>
          </a:xfrm>
          <a:prstGeom prst="rect">
            <a:avLst/>
          </a:prstGeom>
        </p:spPr>
      </p:pic>
      <p:pic>
        <p:nvPicPr>
          <p:cNvPr id="74" name="グラフィックス 73" descr="チェックリスト 枠線">
            <a:extLst>
              <a:ext uri="{FF2B5EF4-FFF2-40B4-BE49-F238E27FC236}">
                <a16:creationId xmlns:a16="http://schemas.microsoft.com/office/drawing/2014/main" id="{032D8A34-35BD-D5D5-58EF-645B4172F1EA}"/>
              </a:ext>
            </a:extLst>
          </p:cNvPr>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6260138" y="3362656"/>
            <a:ext cx="849440" cy="849440"/>
          </a:xfrm>
          <a:prstGeom prst="rect">
            <a:avLst/>
          </a:prstGeom>
        </p:spPr>
      </p:pic>
      <p:pic>
        <p:nvPicPr>
          <p:cNvPr id="76" name="グラフィックス 75" descr="クリップボード: チェックマーク 枠線">
            <a:extLst>
              <a:ext uri="{FF2B5EF4-FFF2-40B4-BE49-F238E27FC236}">
                <a16:creationId xmlns:a16="http://schemas.microsoft.com/office/drawing/2014/main" id="{9BD38E9B-4DC7-89BA-3339-C026BF47905D}"/>
              </a:ext>
            </a:extLst>
          </p:cNvPr>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5503955" y="3362656"/>
            <a:ext cx="849440" cy="849440"/>
          </a:xfrm>
          <a:prstGeom prst="rect">
            <a:avLst/>
          </a:prstGeom>
        </p:spPr>
      </p:pic>
      <p:pic>
        <p:nvPicPr>
          <p:cNvPr id="78" name="グラフィックス 77" descr="接続 枠線">
            <a:extLst>
              <a:ext uri="{FF2B5EF4-FFF2-40B4-BE49-F238E27FC236}">
                <a16:creationId xmlns:a16="http://schemas.microsoft.com/office/drawing/2014/main" id="{7FF40C85-1431-25B3-FBEF-E08440A47669}"/>
              </a:ext>
            </a:extLst>
          </p:cNvPr>
          <p:cNvPicPr>
            <a:picLocks noChangeAspect="1"/>
          </p:cNvPicPr>
          <p:nvPr/>
        </p:nvPicPr>
        <p:blipFill>
          <a:blip r:embed="rId55">
            <a:extLst>
              <a:ext uri="{96DAC541-7B7A-43D3-8B79-37D633B846F1}">
                <asvg:svgBlip xmlns:asvg="http://schemas.microsoft.com/office/drawing/2016/SVG/main" r:embed="rId56"/>
              </a:ext>
            </a:extLst>
          </a:blip>
          <a:stretch>
            <a:fillRect/>
          </a:stretch>
        </p:blipFill>
        <p:spPr>
          <a:xfrm>
            <a:off x="4388091" y="4676502"/>
            <a:ext cx="849440" cy="849440"/>
          </a:xfrm>
          <a:prstGeom prst="rect">
            <a:avLst/>
          </a:prstGeom>
        </p:spPr>
      </p:pic>
      <p:pic>
        <p:nvPicPr>
          <p:cNvPr id="80" name="グラフィックス 79" descr="カスタマー レビュー 枠線">
            <a:extLst>
              <a:ext uri="{FF2B5EF4-FFF2-40B4-BE49-F238E27FC236}">
                <a16:creationId xmlns:a16="http://schemas.microsoft.com/office/drawing/2014/main" id="{1FA1CCF5-5173-9AD1-04EA-893DAC6F6C77}"/>
              </a:ext>
            </a:extLst>
          </p:cNvPr>
          <p:cNvPicPr>
            <a:picLocks noChangeAspect="1"/>
          </p:cNvPicPr>
          <p:nvPr/>
        </p:nvPicPr>
        <p:blipFill>
          <a:blip r:embed="rId57">
            <a:extLst>
              <a:ext uri="{96DAC541-7B7A-43D3-8B79-37D633B846F1}">
                <asvg:svgBlip xmlns:asvg="http://schemas.microsoft.com/office/drawing/2016/SVG/main" r:embed="rId58"/>
              </a:ext>
            </a:extLst>
          </a:blip>
          <a:stretch>
            <a:fillRect/>
          </a:stretch>
        </p:blipFill>
        <p:spPr>
          <a:xfrm>
            <a:off x="2751040" y="3338194"/>
            <a:ext cx="849440" cy="849440"/>
          </a:xfrm>
          <a:prstGeom prst="rect">
            <a:avLst/>
          </a:prstGeom>
        </p:spPr>
      </p:pic>
      <p:pic>
        <p:nvPicPr>
          <p:cNvPr id="84" name="グラフィックス 83" descr="グループでのブレーンストーミング 枠線">
            <a:extLst>
              <a:ext uri="{FF2B5EF4-FFF2-40B4-BE49-F238E27FC236}">
                <a16:creationId xmlns:a16="http://schemas.microsoft.com/office/drawing/2014/main" id="{917DAA06-1EE2-A67F-8866-A57E757B578D}"/>
              </a:ext>
            </a:extLst>
          </p:cNvPr>
          <p:cNvPicPr>
            <a:picLocks noChangeAspect="1"/>
          </p:cNvPicPr>
          <p:nvPr/>
        </p:nvPicPr>
        <p:blipFill>
          <a:blip r:embed="rId59">
            <a:extLst>
              <a:ext uri="{96DAC541-7B7A-43D3-8B79-37D633B846F1}">
                <asvg:svgBlip xmlns:asvg="http://schemas.microsoft.com/office/drawing/2016/SVG/main" r:embed="rId60"/>
              </a:ext>
            </a:extLst>
          </a:blip>
          <a:stretch>
            <a:fillRect/>
          </a:stretch>
        </p:blipFill>
        <p:spPr>
          <a:xfrm>
            <a:off x="3781797" y="1195724"/>
            <a:ext cx="849440" cy="849440"/>
          </a:xfrm>
          <a:prstGeom prst="rect">
            <a:avLst/>
          </a:prstGeom>
        </p:spPr>
      </p:pic>
      <p:pic>
        <p:nvPicPr>
          <p:cNvPr id="86" name="グラフィックス 85" descr="階層 枠線">
            <a:extLst>
              <a:ext uri="{FF2B5EF4-FFF2-40B4-BE49-F238E27FC236}">
                <a16:creationId xmlns:a16="http://schemas.microsoft.com/office/drawing/2014/main" id="{BB3A49D7-092D-F5D5-4DBD-AC291BE74D24}"/>
              </a:ext>
            </a:extLst>
          </p:cNvPr>
          <p:cNvPicPr>
            <a:picLocks noChangeAspect="1"/>
          </p:cNvPicPr>
          <p:nvPr/>
        </p:nvPicPr>
        <p:blipFill>
          <a:blip r:embed="rId61">
            <a:extLst>
              <a:ext uri="{96DAC541-7B7A-43D3-8B79-37D633B846F1}">
                <asvg:svgBlip xmlns:asvg="http://schemas.microsoft.com/office/drawing/2016/SVG/main" r:embed="rId62"/>
              </a:ext>
            </a:extLst>
          </a:blip>
          <a:stretch>
            <a:fillRect/>
          </a:stretch>
        </p:blipFill>
        <p:spPr>
          <a:xfrm>
            <a:off x="674485" y="5552800"/>
            <a:ext cx="849440" cy="849440"/>
          </a:xfrm>
          <a:prstGeom prst="rect">
            <a:avLst/>
          </a:prstGeom>
        </p:spPr>
      </p:pic>
      <p:pic>
        <p:nvPicPr>
          <p:cNvPr id="88" name="グラフィックス 87" descr="マネジメント 枠線">
            <a:extLst>
              <a:ext uri="{FF2B5EF4-FFF2-40B4-BE49-F238E27FC236}">
                <a16:creationId xmlns:a16="http://schemas.microsoft.com/office/drawing/2014/main" id="{AC853B83-4729-5C05-727E-91127FE70AAB}"/>
              </a:ext>
            </a:extLst>
          </p:cNvPr>
          <p:cNvPicPr>
            <a:picLocks noChangeAspect="1"/>
          </p:cNvPicPr>
          <p:nvPr/>
        </p:nvPicPr>
        <p:blipFill>
          <a:blip r:embed="rId63">
            <a:extLst>
              <a:ext uri="{96DAC541-7B7A-43D3-8B79-37D633B846F1}">
                <asvg:svgBlip xmlns:asvg="http://schemas.microsoft.com/office/drawing/2016/SVG/main" r:embed="rId64"/>
              </a:ext>
            </a:extLst>
          </a:blip>
          <a:stretch>
            <a:fillRect/>
          </a:stretch>
        </p:blipFill>
        <p:spPr>
          <a:xfrm>
            <a:off x="5359990" y="5552800"/>
            <a:ext cx="849440" cy="849440"/>
          </a:xfrm>
          <a:prstGeom prst="rect">
            <a:avLst/>
          </a:prstGeom>
        </p:spPr>
      </p:pic>
      <p:pic>
        <p:nvPicPr>
          <p:cNvPr id="90" name="グラフィックス 89" descr="会議 枠線">
            <a:extLst>
              <a:ext uri="{FF2B5EF4-FFF2-40B4-BE49-F238E27FC236}">
                <a16:creationId xmlns:a16="http://schemas.microsoft.com/office/drawing/2014/main" id="{C2A61247-BAA9-408E-CDA7-9C0E4C069EE5}"/>
              </a:ext>
            </a:extLst>
          </p:cNvPr>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5341775" y="2281493"/>
            <a:ext cx="849440" cy="849440"/>
          </a:xfrm>
          <a:prstGeom prst="rect">
            <a:avLst/>
          </a:prstGeom>
        </p:spPr>
      </p:pic>
      <p:pic>
        <p:nvPicPr>
          <p:cNvPr id="94" name="グラフィックス 93" descr="ソーシャル ネットワーク 枠線">
            <a:extLst>
              <a:ext uri="{FF2B5EF4-FFF2-40B4-BE49-F238E27FC236}">
                <a16:creationId xmlns:a16="http://schemas.microsoft.com/office/drawing/2014/main" id="{C58E8390-01FD-0C97-E6E8-AEE393220C59}"/>
              </a:ext>
            </a:extLst>
          </p:cNvPr>
          <p:cNvPicPr>
            <a:picLocks noChangeAspect="1"/>
          </p:cNvPicPr>
          <p:nvPr/>
        </p:nvPicPr>
        <p:blipFill>
          <a:blip r:embed="rId67">
            <a:extLst>
              <a:ext uri="{96DAC541-7B7A-43D3-8B79-37D633B846F1}">
                <asvg:svgBlip xmlns:asvg="http://schemas.microsoft.com/office/drawing/2016/SVG/main" r:embed="rId68"/>
              </a:ext>
            </a:extLst>
          </a:blip>
          <a:stretch>
            <a:fillRect/>
          </a:stretch>
        </p:blipFill>
        <p:spPr>
          <a:xfrm>
            <a:off x="6297091" y="5552800"/>
            <a:ext cx="849440" cy="849440"/>
          </a:xfrm>
          <a:prstGeom prst="rect">
            <a:avLst/>
          </a:prstGeom>
        </p:spPr>
      </p:pic>
      <p:pic>
        <p:nvPicPr>
          <p:cNvPr id="96" name="グラフィックス 95" descr="対象の人々 枠線">
            <a:extLst>
              <a:ext uri="{FF2B5EF4-FFF2-40B4-BE49-F238E27FC236}">
                <a16:creationId xmlns:a16="http://schemas.microsoft.com/office/drawing/2014/main" id="{81730568-F4BA-9485-D576-DD8814218A4D}"/>
              </a:ext>
            </a:extLst>
          </p:cNvPr>
          <p:cNvPicPr>
            <a:picLocks noChangeAspect="1"/>
          </p:cNvPicPr>
          <p:nvPr/>
        </p:nvPicPr>
        <p:blipFill>
          <a:blip r:embed="rId69">
            <a:extLst>
              <a:ext uri="{96DAC541-7B7A-43D3-8B79-37D633B846F1}">
                <asvg:svgBlip xmlns:asvg="http://schemas.microsoft.com/office/drawing/2016/SVG/main" r:embed="rId70"/>
              </a:ext>
            </a:extLst>
          </a:blip>
          <a:stretch>
            <a:fillRect/>
          </a:stretch>
        </p:blipFill>
        <p:spPr>
          <a:xfrm>
            <a:off x="5439891" y="1195724"/>
            <a:ext cx="849440" cy="849440"/>
          </a:xfrm>
          <a:prstGeom prst="rect">
            <a:avLst/>
          </a:prstGeom>
        </p:spPr>
      </p:pic>
      <p:pic>
        <p:nvPicPr>
          <p:cNvPr id="98" name="グラフィックス 97" descr="ブロックチェーン 枠線">
            <a:extLst>
              <a:ext uri="{FF2B5EF4-FFF2-40B4-BE49-F238E27FC236}">
                <a16:creationId xmlns:a16="http://schemas.microsoft.com/office/drawing/2014/main" id="{1906328C-DFC9-C30A-E21C-41F455AF1418}"/>
              </a:ext>
            </a:extLst>
          </p:cNvPr>
          <p:cNvPicPr>
            <a:picLocks noChangeAspect="1"/>
          </p:cNvPicPr>
          <p:nvPr/>
        </p:nvPicPr>
        <p:blipFill>
          <a:blip r:embed="rId71">
            <a:extLst>
              <a:ext uri="{96DAC541-7B7A-43D3-8B79-37D633B846F1}">
                <asvg:svgBlip xmlns:asvg="http://schemas.microsoft.com/office/drawing/2016/SVG/main" r:embed="rId72"/>
              </a:ext>
            </a:extLst>
          </a:blip>
          <a:stretch>
            <a:fillRect/>
          </a:stretch>
        </p:blipFill>
        <p:spPr>
          <a:xfrm>
            <a:off x="6268940" y="1195724"/>
            <a:ext cx="849440" cy="849440"/>
          </a:xfrm>
          <a:prstGeom prst="rect">
            <a:avLst/>
          </a:prstGeom>
        </p:spPr>
      </p:pic>
      <p:pic>
        <p:nvPicPr>
          <p:cNvPr id="100" name="グラフィックス 99" descr="コンピューター 単色塗りつぶし">
            <a:extLst>
              <a:ext uri="{FF2B5EF4-FFF2-40B4-BE49-F238E27FC236}">
                <a16:creationId xmlns:a16="http://schemas.microsoft.com/office/drawing/2014/main" id="{03FAD57F-783A-BC1F-874A-F39D5A395231}"/>
              </a:ext>
            </a:extLst>
          </p:cNvPr>
          <p:cNvPicPr>
            <a:picLocks noChangeAspect="1"/>
          </p:cNvPicPr>
          <p:nvPr/>
        </p:nvPicPr>
        <p:blipFill>
          <a:blip r:embed="rId73">
            <a:extLst>
              <a:ext uri="{96DAC541-7B7A-43D3-8B79-37D633B846F1}">
                <asvg:svgBlip xmlns:asvg="http://schemas.microsoft.com/office/drawing/2016/SVG/main" r:embed="rId74"/>
              </a:ext>
            </a:extLst>
          </a:blip>
          <a:stretch>
            <a:fillRect/>
          </a:stretch>
        </p:blipFill>
        <p:spPr>
          <a:xfrm>
            <a:off x="8632133" y="1322322"/>
            <a:ext cx="849440" cy="849440"/>
          </a:xfrm>
          <a:prstGeom prst="rect">
            <a:avLst/>
          </a:prstGeom>
        </p:spPr>
      </p:pic>
      <p:pic>
        <p:nvPicPr>
          <p:cNvPr id="102" name="グラフィックス 101" descr="コンピューター 枠線">
            <a:extLst>
              <a:ext uri="{FF2B5EF4-FFF2-40B4-BE49-F238E27FC236}">
                <a16:creationId xmlns:a16="http://schemas.microsoft.com/office/drawing/2014/main" id="{D48A26A8-F420-DB8C-AF94-657E7224A4F0}"/>
              </a:ext>
            </a:extLst>
          </p:cNvPr>
          <p:cNvPicPr>
            <a:picLocks noChangeAspect="1"/>
          </p:cNvPicPr>
          <p:nvPr/>
        </p:nvPicPr>
        <p:blipFill>
          <a:blip r:embed="rId75">
            <a:extLst>
              <a:ext uri="{96DAC541-7B7A-43D3-8B79-37D633B846F1}">
                <asvg:svgBlip xmlns:asvg="http://schemas.microsoft.com/office/drawing/2016/SVG/main" r:embed="rId76"/>
              </a:ext>
            </a:extLst>
          </a:blip>
          <a:stretch>
            <a:fillRect/>
          </a:stretch>
        </p:blipFill>
        <p:spPr>
          <a:xfrm>
            <a:off x="8731353" y="2398076"/>
            <a:ext cx="849440" cy="849440"/>
          </a:xfrm>
          <a:prstGeom prst="rect">
            <a:avLst/>
          </a:prstGeom>
        </p:spPr>
      </p:pic>
      <p:pic>
        <p:nvPicPr>
          <p:cNvPr id="104" name="グラフィックス 103" descr="スマート フォン 枠線">
            <a:extLst>
              <a:ext uri="{FF2B5EF4-FFF2-40B4-BE49-F238E27FC236}">
                <a16:creationId xmlns:a16="http://schemas.microsoft.com/office/drawing/2014/main" id="{3EF38A21-368B-36A5-AE76-818B630E3901}"/>
              </a:ext>
            </a:extLst>
          </p:cNvPr>
          <p:cNvPicPr>
            <a:picLocks noChangeAspect="1"/>
          </p:cNvPicPr>
          <p:nvPr/>
        </p:nvPicPr>
        <p:blipFill>
          <a:blip r:embed="rId77">
            <a:extLst>
              <a:ext uri="{96DAC541-7B7A-43D3-8B79-37D633B846F1}">
                <asvg:svgBlip xmlns:asvg="http://schemas.microsoft.com/office/drawing/2016/SVG/main" r:embed="rId78"/>
              </a:ext>
            </a:extLst>
          </a:blip>
          <a:stretch>
            <a:fillRect/>
          </a:stretch>
        </p:blipFill>
        <p:spPr>
          <a:xfrm>
            <a:off x="7820082" y="1355106"/>
            <a:ext cx="849440" cy="849440"/>
          </a:xfrm>
          <a:prstGeom prst="rect">
            <a:avLst/>
          </a:prstGeom>
        </p:spPr>
      </p:pic>
      <p:pic>
        <p:nvPicPr>
          <p:cNvPr id="106" name="グラフィックス 105" descr="閉じた本 枠線">
            <a:extLst>
              <a:ext uri="{FF2B5EF4-FFF2-40B4-BE49-F238E27FC236}">
                <a16:creationId xmlns:a16="http://schemas.microsoft.com/office/drawing/2014/main" id="{0E7B9E0E-12A0-DA60-0AA4-91FDD54FA9D5}"/>
              </a:ext>
            </a:extLst>
          </p:cNvPr>
          <p:cNvPicPr>
            <a:picLocks noChangeAspect="1"/>
          </p:cNvPicPr>
          <p:nvPr/>
        </p:nvPicPr>
        <p:blipFill>
          <a:blip r:embed="rId79">
            <a:extLst>
              <a:ext uri="{96DAC541-7B7A-43D3-8B79-37D633B846F1}">
                <asvg:svgBlip xmlns:asvg="http://schemas.microsoft.com/office/drawing/2016/SVG/main" r:embed="rId80"/>
              </a:ext>
            </a:extLst>
          </a:blip>
          <a:stretch>
            <a:fillRect/>
          </a:stretch>
        </p:blipFill>
        <p:spPr>
          <a:xfrm>
            <a:off x="4702082" y="3362656"/>
            <a:ext cx="849440" cy="849440"/>
          </a:xfrm>
          <a:prstGeom prst="rect">
            <a:avLst/>
          </a:prstGeom>
        </p:spPr>
      </p:pic>
      <p:pic>
        <p:nvPicPr>
          <p:cNvPr id="108" name="グラフィックス 107" descr="教授 女性 枠線">
            <a:extLst>
              <a:ext uri="{FF2B5EF4-FFF2-40B4-BE49-F238E27FC236}">
                <a16:creationId xmlns:a16="http://schemas.microsoft.com/office/drawing/2014/main" id="{72E5EEF2-D665-5EA1-0483-0213EFF70A09}"/>
              </a:ext>
            </a:extLst>
          </p:cNvPr>
          <p:cNvPicPr>
            <a:picLocks noChangeAspect="1"/>
          </p:cNvPicPr>
          <p:nvPr/>
        </p:nvPicPr>
        <p:blipFill>
          <a:blip r:embed="rId81">
            <a:extLst>
              <a:ext uri="{96DAC541-7B7A-43D3-8B79-37D633B846F1}">
                <asvg:svgBlip xmlns:asvg="http://schemas.microsoft.com/office/drawing/2016/SVG/main" r:embed="rId82"/>
              </a:ext>
            </a:extLst>
          </a:blip>
          <a:stretch>
            <a:fillRect/>
          </a:stretch>
        </p:blipFill>
        <p:spPr>
          <a:xfrm>
            <a:off x="674485" y="3365179"/>
            <a:ext cx="849440" cy="849440"/>
          </a:xfrm>
          <a:prstGeom prst="rect">
            <a:avLst/>
          </a:prstGeom>
        </p:spPr>
      </p:pic>
      <p:pic>
        <p:nvPicPr>
          <p:cNvPr id="110" name="グラフィックス 109" descr="教授 男性 枠線">
            <a:extLst>
              <a:ext uri="{FF2B5EF4-FFF2-40B4-BE49-F238E27FC236}">
                <a16:creationId xmlns:a16="http://schemas.microsoft.com/office/drawing/2014/main" id="{165016E0-D199-5AD3-52EB-F2280A659F5B}"/>
              </a:ext>
            </a:extLst>
          </p:cNvPr>
          <p:cNvPicPr>
            <a:picLocks noChangeAspect="1"/>
          </p:cNvPicPr>
          <p:nvPr/>
        </p:nvPicPr>
        <p:blipFill>
          <a:blip r:embed="rId83">
            <a:extLst>
              <a:ext uri="{96DAC541-7B7A-43D3-8B79-37D633B846F1}">
                <asvg:svgBlip xmlns:asvg="http://schemas.microsoft.com/office/drawing/2016/SVG/main" r:embed="rId84"/>
              </a:ext>
            </a:extLst>
          </a:blip>
          <a:stretch>
            <a:fillRect/>
          </a:stretch>
        </p:blipFill>
        <p:spPr>
          <a:xfrm>
            <a:off x="1740108" y="3344609"/>
            <a:ext cx="849440" cy="849440"/>
          </a:xfrm>
          <a:prstGeom prst="rect">
            <a:avLst/>
          </a:prstGeom>
        </p:spPr>
      </p:pic>
      <p:pic>
        <p:nvPicPr>
          <p:cNvPr id="112" name="グラフィックス 111" descr="建物 単色塗りつぶし">
            <a:extLst>
              <a:ext uri="{FF2B5EF4-FFF2-40B4-BE49-F238E27FC236}">
                <a16:creationId xmlns:a16="http://schemas.microsoft.com/office/drawing/2014/main" id="{3174C318-CDC3-96B4-84B0-22426B026BA7}"/>
              </a:ext>
            </a:extLst>
          </p:cNvPr>
          <p:cNvPicPr>
            <a:picLocks noChangeAspect="1"/>
          </p:cNvPicPr>
          <p:nvPr/>
        </p:nvPicPr>
        <p:blipFill>
          <a:blip r:embed="rId85">
            <a:extLst>
              <a:ext uri="{96DAC541-7B7A-43D3-8B79-37D633B846F1}">
                <asvg:svgBlip xmlns:asvg="http://schemas.microsoft.com/office/drawing/2016/SVG/main" r:embed="rId86"/>
              </a:ext>
            </a:extLst>
          </a:blip>
          <a:stretch>
            <a:fillRect/>
          </a:stretch>
        </p:blipFill>
        <p:spPr>
          <a:xfrm>
            <a:off x="9759142" y="4650984"/>
            <a:ext cx="849440" cy="849440"/>
          </a:xfrm>
          <a:prstGeom prst="rect">
            <a:avLst/>
          </a:prstGeom>
        </p:spPr>
      </p:pic>
      <p:pic>
        <p:nvPicPr>
          <p:cNvPr id="114" name="グラフィックス 113" descr="建物 枠線">
            <a:extLst>
              <a:ext uri="{FF2B5EF4-FFF2-40B4-BE49-F238E27FC236}">
                <a16:creationId xmlns:a16="http://schemas.microsoft.com/office/drawing/2014/main" id="{6F8F55EA-FE02-AB03-40A9-BBC0575924E7}"/>
              </a:ext>
            </a:extLst>
          </p:cNvPr>
          <p:cNvPicPr>
            <a:picLocks noChangeAspect="1"/>
          </p:cNvPicPr>
          <p:nvPr/>
        </p:nvPicPr>
        <p:blipFill>
          <a:blip r:embed="rId87">
            <a:extLst>
              <a:ext uri="{96DAC541-7B7A-43D3-8B79-37D633B846F1}">
                <asvg:svgBlip xmlns:asvg="http://schemas.microsoft.com/office/drawing/2016/SVG/main" r:embed="rId88"/>
              </a:ext>
            </a:extLst>
          </a:blip>
          <a:stretch>
            <a:fillRect/>
          </a:stretch>
        </p:blipFill>
        <p:spPr>
          <a:xfrm>
            <a:off x="10736873" y="4650984"/>
            <a:ext cx="849440" cy="849440"/>
          </a:xfrm>
          <a:prstGeom prst="rect">
            <a:avLst/>
          </a:prstGeom>
        </p:spPr>
      </p:pic>
      <p:pic>
        <p:nvPicPr>
          <p:cNvPr id="116" name="グラフィックス 115" descr="都市 単色塗りつぶし">
            <a:extLst>
              <a:ext uri="{FF2B5EF4-FFF2-40B4-BE49-F238E27FC236}">
                <a16:creationId xmlns:a16="http://schemas.microsoft.com/office/drawing/2014/main" id="{478A4BC2-132C-276D-3B99-7EF9516EC3AC}"/>
              </a:ext>
            </a:extLst>
          </p:cNvPr>
          <p:cNvPicPr>
            <a:picLocks noChangeAspect="1"/>
          </p:cNvPicPr>
          <p:nvPr/>
        </p:nvPicPr>
        <p:blipFill>
          <a:blip r:embed="rId89">
            <a:extLst>
              <a:ext uri="{96DAC541-7B7A-43D3-8B79-37D633B846F1}">
                <asvg:svgBlip xmlns:asvg="http://schemas.microsoft.com/office/drawing/2016/SVG/main" r:embed="rId90"/>
              </a:ext>
            </a:extLst>
          </a:blip>
          <a:stretch>
            <a:fillRect/>
          </a:stretch>
        </p:blipFill>
        <p:spPr>
          <a:xfrm>
            <a:off x="7803678" y="4650984"/>
            <a:ext cx="849440" cy="849440"/>
          </a:xfrm>
          <a:prstGeom prst="rect">
            <a:avLst/>
          </a:prstGeom>
        </p:spPr>
      </p:pic>
      <p:pic>
        <p:nvPicPr>
          <p:cNvPr id="118" name="グラフィックス 117" descr="都市 枠線">
            <a:extLst>
              <a:ext uri="{FF2B5EF4-FFF2-40B4-BE49-F238E27FC236}">
                <a16:creationId xmlns:a16="http://schemas.microsoft.com/office/drawing/2014/main" id="{F60B95FF-A766-C723-D5C2-940F260D13B2}"/>
              </a:ext>
            </a:extLst>
          </p:cNvPr>
          <p:cNvPicPr>
            <a:picLocks noChangeAspect="1"/>
          </p:cNvPicPr>
          <p:nvPr/>
        </p:nvPicPr>
        <p:blipFill>
          <a:blip r:embed="rId91">
            <a:extLst>
              <a:ext uri="{96DAC541-7B7A-43D3-8B79-37D633B846F1}">
                <asvg:svgBlip xmlns:asvg="http://schemas.microsoft.com/office/drawing/2016/SVG/main" r:embed="rId92"/>
              </a:ext>
            </a:extLst>
          </a:blip>
          <a:stretch>
            <a:fillRect/>
          </a:stretch>
        </p:blipFill>
        <p:spPr>
          <a:xfrm>
            <a:off x="8781410" y="4650984"/>
            <a:ext cx="849440" cy="849440"/>
          </a:xfrm>
          <a:prstGeom prst="rect">
            <a:avLst/>
          </a:prstGeom>
        </p:spPr>
      </p:pic>
      <p:pic>
        <p:nvPicPr>
          <p:cNvPr id="122" name="グラフィックス 121" descr="サーバー 単色塗りつぶし">
            <a:extLst>
              <a:ext uri="{FF2B5EF4-FFF2-40B4-BE49-F238E27FC236}">
                <a16:creationId xmlns:a16="http://schemas.microsoft.com/office/drawing/2014/main" id="{1A54ADAF-DE01-1099-B643-B4D35C298BF0}"/>
              </a:ext>
            </a:extLst>
          </p:cNvPr>
          <p:cNvPicPr>
            <a:picLocks noChangeAspect="1"/>
          </p:cNvPicPr>
          <p:nvPr/>
        </p:nvPicPr>
        <p:blipFill>
          <a:blip r:embed="rId93">
            <a:extLst>
              <a:ext uri="{96DAC541-7B7A-43D3-8B79-37D633B846F1}">
                <asvg:svgBlip xmlns:asvg="http://schemas.microsoft.com/office/drawing/2016/SVG/main" r:embed="rId94"/>
              </a:ext>
            </a:extLst>
          </a:blip>
          <a:stretch>
            <a:fillRect/>
          </a:stretch>
        </p:blipFill>
        <p:spPr>
          <a:xfrm>
            <a:off x="9708185" y="1322322"/>
            <a:ext cx="849440" cy="849440"/>
          </a:xfrm>
          <a:prstGeom prst="rect">
            <a:avLst/>
          </a:prstGeom>
        </p:spPr>
      </p:pic>
      <p:pic>
        <p:nvPicPr>
          <p:cNvPr id="126" name="グラフィックス 125" descr="サーバー 枠線">
            <a:extLst>
              <a:ext uri="{FF2B5EF4-FFF2-40B4-BE49-F238E27FC236}">
                <a16:creationId xmlns:a16="http://schemas.microsoft.com/office/drawing/2014/main" id="{117ED120-39CB-8CD9-2CCA-2D7767F32C00}"/>
              </a:ext>
            </a:extLst>
          </p:cNvPr>
          <p:cNvPicPr>
            <a:picLocks noChangeAspect="1"/>
          </p:cNvPicPr>
          <p:nvPr/>
        </p:nvPicPr>
        <p:blipFill>
          <a:blip r:embed="rId95">
            <a:extLst>
              <a:ext uri="{96DAC541-7B7A-43D3-8B79-37D633B846F1}">
                <asvg:svgBlip xmlns:asvg="http://schemas.microsoft.com/office/drawing/2016/SVG/main" r:embed="rId96"/>
              </a:ext>
            </a:extLst>
          </a:blip>
          <a:stretch>
            <a:fillRect/>
          </a:stretch>
        </p:blipFill>
        <p:spPr>
          <a:xfrm>
            <a:off x="10581663" y="1322322"/>
            <a:ext cx="849440" cy="849440"/>
          </a:xfrm>
          <a:prstGeom prst="rect">
            <a:avLst/>
          </a:prstGeom>
        </p:spPr>
      </p:pic>
      <p:pic>
        <p:nvPicPr>
          <p:cNvPr id="128" name="グラフィックス 127" descr="環状の矢印 枠線">
            <a:extLst>
              <a:ext uri="{FF2B5EF4-FFF2-40B4-BE49-F238E27FC236}">
                <a16:creationId xmlns:a16="http://schemas.microsoft.com/office/drawing/2014/main" id="{B4BE6645-3289-F527-C07A-C017495F4F47}"/>
              </a:ext>
            </a:extLst>
          </p:cNvPr>
          <p:cNvPicPr>
            <a:picLocks noChangeAspect="1"/>
          </p:cNvPicPr>
          <p:nvPr/>
        </p:nvPicPr>
        <p:blipFill>
          <a:blip r:embed="rId97">
            <a:extLst>
              <a:ext uri="{96DAC541-7B7A-43D3-8B79-37D633B846F1}">
                <asvg:svgBlip xmlns:asvg="http://schemas.microsoft.com/office/drawing/2016/SVG/main" r:embed="rId98"/>
              </a:ext>
            </a:extLst>
          </a:blip>
          <a:stretch>
            <a:fillRect/>
          </a:stretch>
        </p:blipFill>
        <p:spPr>
          <a:xfrm>
            <a:off x="4422889" y="5552800"/>
            <a:ext cx="849440" cy="849440"/>
          </a:xfrm>
          <a:prstGeom prst="rect">
            <a:avLst/>
          </a:prstGeom>
        </p:spPr>
      </p:pic>
      <p:pic>
        <p:nvPicPr>
          <p:cNvPr id="130" name="グラフィックス 129" descr="矢印付きの円 枠線">
            <a:extLst>
              <a:ext uri="{FF2B5EF4-FFF2-40B4-BE49-F238E27FC236}">
                <a16:creationId xmlns:a16="http://schemas.microsoft.com/office/drawing/2014/main" id="{5DF15BBC-6A9B-9BD4-892E-238EB529CC4F}"/>
              </a:ext>
            </a:extLst>
          </p:cNvPr>
          <p:cNvPicPr>
            <a:picLocks noChangeAspect="1"/>
          </p:cNvPicPr>
          <p:nvPr/>
        </p:nvPicPr>
        <p:blipFill>
          <a:blip r:embed="rId99">
            <a:extLst>
              <a:ext uri="{96DAC541-7B7A-43D3-8B79-37D633B846F1}">
                <asvg:svgBlip xmlns:asvg="http://schemas.microsoft.com/office/drawing/2016/SVG/main" r:embed="rId100"/>
              </a:ext>
            </a:extLst>
          </a:blip>
          <a:stretch>
            <a:fillRect/>
          </a:stretch>
        </p:blipFill>
        <p:spPr>
          <a:xfrm>
            <a:off x="3485788" y="5552800"/>
            <a:ext cx="849440" cy="849440"/>
          </a:xfrm>
          <a:prstGeom prst="rect">
            <a:avLst/>
          </a:prstGeom>
        </p:spPr>
      </p:pic>
      <p:pic>
        <p:nvPicPr>
          <p:cNvPr id="132" name="グラフィックス 131" descr="左矢印付きの円 単色塗りつぶし">
            <a:extLst>
              <a:ext uri="{FF2B5EF4-FFF2-40B4-BE49-F238E27FC236}">
                <a16:creationId xmlns:a16="http://schemas.microsoft.com/office/drawing/2014/main" id="{8C7B768D-ABCB-ED6E-7F0B-0766C0354C72}"/>
              </a:ext>
            </a:extLst>
          </p:cNvPr>
          <p:cNvPicPr>
            <a:picLocks noChangeAspect="1"/>
          </p:cNvPicPr>
          <p:nvPr/>
        </p:nvPicPr>
        <p:blipFill>
          <a:blip r:embed="rId101">
            <a:extLst>
              <a:ext uri="{96DAC541-7B7A-43D3-8B79-37D633B846F1}">
                <asvg:svgBlip xmlns:asvg="http://schemas.microsoft.com/office/drawing/2016/SVG/main" r:embed="rId102"/>
              </a:ext>
            </a:extLst>
          </a:blip>
          <a:stretch>
            <a:fillRect/>
          </a:stretch>
        </p:blipFill>
        <p:spPr>
          <a:xfrm>
            <a:off x="8771821" y="5613697"/>
            <a:ext cx="849440" cy="849440"/>
          </a:xfrm>
          <a:prstGeom prst="rect">
            <a:avLst/>
          </a:prstGeom>
        </p:spPr>
      </p:pic>
      <p:pic>
        <p:nvPicPr>
          <p:cNvPr id="134" name="グラフィックス 133" descr="左矢印付きの円 枠線">
            <a:extLst>
              <a:ext uri="{FF2B5EF4-FFF2-40B4-BE49-F238E27FC236}">
                <a16:creationId xmlns:a16="http://schemas.microsoft.com/office/drawing/2014/main" id="{99C9A4AD-024D-2890-5E13-CD4A1DE09A6C}"/>
              </a:ext>
            </a:extLst>
          </p:cNvPr>
          <p:cNvPicPr>
            <a:picLocks noChangeAspect="1"/>
          </p:cNvPicPr>
          <p:nvPr/>
        </p:nvPicPr>
        <p:blipFill>
          <a:blip r:embed="rId103">
            <a:extLst>
              <a:ext uri="{96DAC541-7B7A-43D3-8B79-37D633B846F1}">
                <asvg:svgBlip xmlns:asvg="http://schemas.microsoft.com/office/drawing/2016/SVG/main" r:embed="rId104"/>
              </a:ext>
            </a:extLst>
          </a:blip>
          <a:stretch>
            <a:fillRect/>
          </a:stretch>
        </p:blipFill>
        <p:spPr>
          <a:xfrm>
            <a:off x="9784650" y="5613697"/>
            <a:ext cx="849440" cy="849440"/>
          </a:xfrm>
          <a:prstGeom prst="rect">
            <a:avLst/>
          </a:prstGeom>
        </p:spPr>
      </p:pic>
      <p:pic>
        <p:nvPicPr>
          <p:cNvPr id="136" name="グラフィックス 135" descr="分岐図 枠線">
            <a:extLst>
              <a:ext uri="{FF2B5EF4-FFF2-40B4-BE49-F238E27FC236}">
                <a16:creationId xmlns:a16="http://schemas.microsoft.com/office/drawing/2014/main" id="{E4D690DD-4477-79B3-4F87-3BE8870AD7A3}"/>
              </a:ext>
            </a:extLst>
          </p:cNvPr>
          <p:cNvPicPr>
            <a:picLocks noChangeAspect="1"/>
          </p:cNvPicPr>
          <p:nvPr/>
        </p:nvPicPr>
        <p:blipFill>
          <a:blip r:embed="rId105">
            <a:extLst>
              <a:ext uri="{96DAC541-7B7A-43D3-8B79-37D633B846F1}">
                <asvg:svgBlip xmlns:asvg="http://schemas.microsoft.com/office/drawing/2016/SVG/main" r:embed="rId106"/>
              </a:ext>
            </a:extLst>
          </a:blip>
          <a:stretch>
            <a:fillRect/>
          </a:stretch>
        </p:blipFill>
        <p:spPr>
          <a:xfrm>
            <a:off x="1611586" y="5552800"/>
            <a:ext cx="849440" cy="849440"/>
          </a:xfrm>
          <a:prstGeom prst="rect">
            <a:avLst/>
          </a:prstGeom>
        </p:spPr>
      </p:pic>
      <p:pic>
        <p:nvPicPr>
          <p:cNvPr id="138" name="グラフィックス 137" descr="人と循環 枠線">
            <a:extLst>
              <a:ext uri="{FF2B5EF4-FFF2-40B4-BE49-F238E27FC236}">
                <a16:creationId xmlns:a16="http://schemas.microsoft.com/office/drawing/2014/main" id="{01BAB951-99F8-B96C-4120-A70FE6C6036F}"/>
              </a:ext>
            </a:extLst>
          </p:cNvPr>
          <p:cNvPicPr>
            <a:picLocks noChangeAspect="1"/>
          </p:cNvPicPr>
          <p:nvPr/>
        </p:nvPicPr>
        <p:blipFill>
          <a:blip r:embed="rId107">
            <a:extLst>
              <a:ext uri="{96DAC541-7B7A-43D3-8B79-37D633B846F1}">
                <asvg:svgBlip xmlns:asvg="http://schemas.microsoft.com/office/drawing/2016/SVG/main" r:embed="rId108"/>
              </a:ext>
            </a:extLst>
          </a:blip>
          <a:stretch>
            <a:fillRect/>
          </a:stretch>
        </p:blipFill>
        <p:spPr>
          <a:xfrm>
            <a:off x="5321795" y="4676502"/>
            <a:ext cx="849440" cy="849440"/>
          </a:xfrm>
          <a:prstGeom prst="rect">
            <a:avLst/>
          </a:prstGeom>
        </p:spPr>
      </p:pic>
      <p:pic>
        <p:nvPicPr>
          <p:cNvPr id="140" name="グラフィックス 139" descr="意思決定図 枠線">
            <a:extLst>
              <a:ext uri="{FF2B5EF4-FFF2-40B4-BE49-F238E27FC236}">
                <a16:creationId xmlns:a16="http://schemas.microsoft.com/office/drawing/2014/main" id="{4F43F3C9-CB8B-57A3-1804-303272124492}"/>
              </a:ext>
            </a:extLst>
          </p:cNvPr>
          <p:cNvPicPr>
            <a:picLocks noChangeAspect="1"/>
          </p:cNvPicPr>
          <p:nvPr/>
        </p:nvPicPr>
        <p:blipFill>
          <a:blip r:embed="rId109">
            <a:extLst>
              <a:ext uri="{96DAC541-7B7A-43D3-8B79-37D633B846F1}">
                <asvg:svgBlip xmlns:asvg="http://schemas.microsoft.com/office/drawing/2016/SVG/main" r:embed="rId110"/>
              </a:ext>
            </a:extLst>
          </a:blip>
          <a:stretch>
            <a:fillRect/>
          </a:stretch>
        </p:blipFill>
        <p:spPr>
          <a:xfrm>
            <a:off x="653274" y="4676502"/>
            <a:ext cx="849440" cy="849440"/>
          </a:xfrm>
          <a:prstGeom prst="rect">
            <a:avLst/>
          </a:prstGeom>
        </p:spPr>
      </p:pic>
      <p:pic>
        <p:nvPicPr>
          <p:cNvPr id="142" name="グラフィックス 141" descr="フローチャート 枠線">
            <a:extLst>
              <a:ext uri="{FF2B5EF4-FFF2-40B4-BE49-F238E27FC236}">
                <a16:creationId xmlns:a16="http://schemas.microsoft.com/office/drawing/2014/main" id="{2396BB5F-479A-5E9B-A12F-84A34C8CB87E}"/>
              </a:ext>
            </a:extLst>
          </p:cNvPr>
          <p:cNvPicPr>
            <a:picLocks noChangeAspect="1"/>
          </p:cNvPicPr>
          <p:nvPr/>
        </p:nvPicPr>
        <p:blipFill>
          <a:blip r:embed="rId111">
            <a:extLst>
              <a:ext uri="{96DAC541-7B7A-43D3-8B79-37D633B846F1}">
                <asvg:svgBlip xmlns:asvg="http://schemas.microsoft.com/office/drawing/2016/SVG/main" r:embed="rId112"/>
              </a:ext>
            </a:extLst>
          </a:blip>
          <a:stretch>
            <a:fillRect/>
          </a:stretch>
        </p:blipFill>
        <p:spPr>
          <a:xfrm>
            <a:off x="2548687" y="5552800"/>
            <a:ext cx="849440" cy="849440"/>
          </a:xfrm>
          <a:prstGeom prst="rect">
            <a:avLst/>
          </a:prstGeom>
        </p:spPr>
      </p:pic>
      <p:pic>
        <p:nvPicPr>
          <p:cNvPr id="146" name="グラフィックス 145" descr="階層状のピラミッド 枠線">
            <a:extLst>
              <a:ext uri="{FF2B5EF4-FFF2-40B4-BE49-F238E27FC236}">
                <a16:creationId xmlns:a16="http://schemas.microsoft.com/office/drawing/2014/main" id="{BC83627D-27F3-AF7E-86DB-99B67B7F9501}"/>
              </a:ext>
            </a:extLst>
          </p:cNvPr>
          <p:cNvPicPr>
            <a:picLocks noChangeAspect="1"/>
          </p:cNvPicPr>
          <p:nvPr/>
        </p:nvPicPr>
        <p:blipFill>
          <a:blip r:embed="rId113">
            <a:extLst>
              <a:ext uri="{96DAC541-7B7A-43D3-8B79-37D633B846F1}">
                <asvg:svgBlip xmlns:asvg="http://schemas.microsoft.com/office/drawing/2016/SVG/main" r:embed="rId114"/>
              </a:ext>
            </a:extLst>
          </a:blip>
          <a:stretch>
            <a:fillRect/>
          </a:stretch>
        </p:blipFill>
        <p:spPr>
          <a:xfrm>
            <a:off x="10797480" y="5613697"/>
            <a:ext cx="849440" cy="849440"/>
          </a:xfrm>
          <a:prstGeom prst="rect">
            <a:avLst/>
          </a:prstGeom>
        </p:spPr>
      </p:pic>
    </p:spTree>
    <p:extLst>
      <p:ext uri="{BB962C8B-B14F-4D97-AF65-F5344CB8AC3E}">
        <p14:creationId xmlns:p14="http://schemas.microsoft.com/office/powerpoint/2010/main" val="17057999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4730E-E947-E4A6-B278-6CBCECECE03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BBA3D081-3BD2-30C1-D0F9-D294085FDD76}"/>
              </a:ext>
            </a:extLst>
          </p:cNvPr>
          <p:cNvSpPr>
            <a:spLocks noGrp="1"/>
          </p:cNvSpPr>
          <p:nvPr>
            <p:ph type="body" sz="quarter" idx="10"/>
          </p:nvPr>
        </p:nvSpPr>
        <p:spPr/>
        <p:txBody>
          <a:bodyPr/>
          <a:lstStyle/>
          <a:p>
            <a:r>
              <a:rPr lang="ja-JP" altLang="en-US"/>
              <a:t>カラーチャート・テキストガイドライン</a:t>
            </a:r>
          </a:p>
        </p:txBody>
      </p:sp>
    </p:spTree>
    <p:extLst>
      <p:ext uri="{BB962C8B-B14F-4D97-AF65-F5344CB8AC3E}">
        <p14:creationId xmlns:p14="http://schemas.microsoft.com/office/powerpoint/2010/main" val="2201483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B6BA9-7835-5EB4-3926-51EA0A6AAB30}"/>
            </a:ext>
          </a:extLst>
        </p:cNvPr>
        <p:cNvGrpSpPr/>
        <p:nvPr/>
      </p:nvGrpSpPr>
      <p:grpSpPr>
        <a:xfrm>
          <a:off x="0" y="0"/>
          <a:ext cx="0" cy="0"/>
          <a:chOff x="0" y="0"/>
          <a:chExt cx="0" cy="0"/>
        </a:xfrm>
      </p:grpSpPr>
      <p:sp>
        <p:nvSpPr>
          <p:cNvPr id="26" name="テキスト ボックス 25">
            <a:extLst>
              <a:ext uri="{FF2B5EF4-FFF2-40B4-BE49-F238E27FC236}">
                <a16:creationId xmlns:a16="http://schemas.microsoft.com/office/drawing/2014/main" id="{E049A6C8-A123-7963-D161-92E0ECBF5198}"/>
              </a:ext>
            </a:extLst>
          </p:cNvPr>
          <p:cNvSpPr txBox="1"/>
          <p:nvPr/>
        </p:nvSpPr>
        <p:spPr>
          <a:xfrm>
            <a:off x="7672006" y="1593035"/>
            <a:ext cx="1091721" cy="707886"/>
          </a:xfrm>
          <a:prstGeom prst="rect">
            <a:avLst/>
          </a:prstGeom>
          <a:noFill/>
        </p:spPr>
        <p:txBody>
          <a:bodyPr wrap="square">
            <a:spAutoFit/>
          </a:bodyPr>
          <a:lstStyle/>
          <a:p>
            <a:pPr algn="l"/>
            <a:r>
              <a:rPr lang="en-US" altLang="ja-JP" sz="1000" b="1" i="0" u="none" strike="noStrike" baseline="0">
                <a:solidFill>
                  <a:schemeClr val="tx1">
                    <a:lumMod val="75000"/>
                    <a:lumOff val="25000"/>
                  </a:schemeClr>
                </a:solidFill>
                <a:latin typeface="TBGoStdB-Normal" panose="020B0600000000000000" pitchFamily="34" charset="-128"/>
                <a:ea typeface="TBGoStdB-Normal" panose="020B0600000000000000" pitchFamily="34" charset="-128"/>
              </a:rPr>
              <a:t>R 0%</a:t>
            </a:r>
          </a:p>
          <a:p>
            <a:pPr algn="l"/>
            <a:r>
              <a:rPr lang="en-US" altLang="ja-JP" sz="1000" b="1" i="0" u="none" strike="noStrike" baseline="0">
                <a:solidFill>
                  <a:schemeClr val="tx1">
                    <a:lumMod val="75000"/>
                    <a:lumOff val="25000"/>
                  </a:schemeClr>
                </a:solidFill>
                <a:latin typeface="TBGoStdB-Normal" panose="020B0600000000000000" pitchFamily="34" charset="-128"/>
                <a:ea typeface="TBGoStdB-Normal" panose="020B0600000000000000" pitchFamily="34" charset="-128"/>
              </a:rPr>
              <a:t>G 57%</a:t>
            </a:r>
          </a:p>
          <a:p>
            <a:pPr algn="l"/>
            <a:r>
              <a:rPr lang="en-US" altLang="ja-JP" sz="1000" b="1" i="0" u="none" strike="noStrike" baseline="0">
                <a:solidFill>
                  <a:schemeClr val="tx1">
                    <a:lumMod val="75000"/>
                    <a:lumOff val="25000"/>
                  </a:schemeClr>
                </a:solidFill>
                <a:latin typeface="TBGoStdB-Normal" panose="020B0600000000000000" pitchFamily="34" charset="-128"/>
                <a:ea typeface="TBGoStdB-Normal" panose="020B0600000000000000" pitchFamily="34" charset="-128"/>
              </a:rPr>
              <a:t>B 101%</a:t>
            </a:r>
          </a:p>
          <a:p>
            <a:pPr algn="l"/>
            <a:r>
              <a:rPr lang="en-US" altLang="ja-JP" sz="1000" b="1" i="0" u="none" strike="noStrike" baseline="0">
                <a:solidFill>
                  <a:schemeClr val="tx1">
                    <a:lumMod val="75000"/>
                    <a:lumOff val="25000"/>
                  </a:schemeClr>
                </a:solidFill>
                <a:latin typeface="TBGoStdB-Normal" panose="020B0600000000000000" pitchFamily="34" charset="-128"/>
                <a:ea typeface="TBGoStdB-Normal" panose="020B0600000000000000" pitchFamily="34" charset="-128"/>
              </a:rPr>
              <a:t>#003965</a:t>
            </a:r>
            <a:endParaRPr lang="ja-JP" altLang="en-US" sz="1000" b="1">
              <a:solidFill>
                <a:schemeClr val="tx1">
                  <a:lumMod val="75000"/>
                  <a:lumOff val="25000"/>
                </a:schemeClr>
              </a:solidFill>
            </a:endParaRPr>
          </a:p>
        </p:txBody>
      </p:sp>
      <p:sp>
        <p:nvSpPr>
          <p:cNvPr id="27" name="テキスト ボックス 26">
            <a:extLst>
              <a:ext uri="{FF2B5EF4-FFF2-40B4-BE49-F238E27FC236}">
                <a16:creationId xmlns:a16="http://schemas.microsoft.com/office/drawing/2014/main" id="{18D0038C-793B-5521-3E37-8038299C90DF}"/>
              </a:ext>
            </a:extLst>
          </p:cNvPr>
          <p:cNvSpPr txBox="1"/>
          <p:nvPr/>
        </p:nvSpPr>
        <p:spPr>
          <a:xfrm>
            <a:off x="9671815" y="1593035"/>
            <a:ext cx="1091721" cy="707886"/>
          </a:xfrm>
          <a:prstGeom prst="rect">
            <a:avLst/>
          </a:prstGeom>
          <a:noFill/>
        </p:spPr>
        <p:txBody>
          <a:bodyPr wrap="square">
            <a:spAutoFit/>
          </a:bodyPr>
          <a:lstStyle/>
          <a:p>
            <a:pPr algn="l"/>
            <a:r>
              <a:rPr lang="en-US" altLang="ja-JP" sz="1000" b="1" i="0" u="none" strike="noStrike" baseline="0">
                <a:solidFill>
                  <a:schemeClr val="tx1">
                    <a:lumMod val="75000"/>
                    <a:lumOff val="25000"/>
                  </a:schemeClr>
                </a:solidFill>
                <a:latin typeface="TBGoStdB-Normal" panose="020B0600000000000000" pitchFamily="34" charset="-128"/>
                <a:ea typeface="TBGoStdB-Normal" panose="020B0600000000000000" pitchFamily="34" charset="-128"/>
              </a:rPr>
              <a:t>R 0%</a:t>
            </a:r>
          </a:p>
          <a:p>
            <a:pPr algn="l"/>
            <a:r>
              <a:rPr lang="en-US" altLang="ja-JP" sz="1000" b="1" i="0" u="none" strike="noStrike" baseline="0">
                <a:solidFill>
                  <a:schemeClr val="tx1">
                    <a:lumMod val="75000"/>
                    <a:lumOff val="25000"/>
                  </a:schemeClr>
                </a:solidFill>
                <a:latin typeface="TBGoStdB-Normal" panose="020B0600000000000000" pitchFamily="34" charset="-128"/>
                <a:ea typeface="TBGoStdB-Normal" panose="020B0600000000000000" pitchFamily="34" charset="-128"/>
              </a:rPr>
              <a:t>G 134%</a:t>
            </a:r>
          </a:p>
          <a:p>
            <a:pPr algn="l"/>
            <a:r>
              <a:rPr lang="en-US" altLang="ja-JP" sz="1000" b="1" i="0" u="none" strike="noStrike" baseline="0">
                <a:solidFill>
                  <a:schemeClr val="tx1">
                    <a:lumMod val="75000"/>
                    <a:lumOff val="25000"/>
                  </a:schemeClr>
                </a:solidFill>
                <a:latin typeface="TBGoStdB-Normal" panose="020B0600000000000000" pitchFamily="34" charset="-128"/>
                <a:ea typeface="TBGoStdB-Normal" panose="020B0600000000000000" pitchFamily="34" charset="-128"/>
              </a:rPr>
              <a:t>B 197%</a:t>
            </a:r>
          </a:p>
          <a:p>
            <a:pPr algn="l"/>
            <a:r>
              <a:rPr lang="en-US" altLang="ja-JP" sz="1000" b="1" i="0" u="none" strike="noStrike" baseline="0">
                <a:solidFill>
                  <a:schemeClr val="tx1">
                    <a:lumMod val="75000"/>
                    <a:lumOff val="25000"/>
                  </a:schemeClr>
                </a:solidFill>
                <a:latin typeface="TBGoStdB-Normal" panose="020B0600000000000000" pitchFamily="34" charset="-128"/>
                <a:ea typeface="TBGoStdB-Normal" panose="020B0600000000000000" pitchFamily="34" charset="-128"/>
              </a:rPr>
              <a:t>#0086C5</a:t>
            </a:r>
            <a:endParaRPr lang="ja-JP" altLang="en-US" sz="1000" b="1">
              <a:solidFill>
                <a:schemeClr val="tx1">
                  <a:lumMod val="75000"/>
                  <a:lumOff val="25000"/>
                </a:schemeClr>
              </a:solidFill>
            </a:endParaRPr>
          </a:p>
        </p:txBody>
      </p:sp>
      <p:sp>
        <p:nvSpPr>
          <p:cNvPr id="28" name="四角形: 角を丸くする 27">
            <a:extLst>
              <a:ext uri="{FF2B5EF4-FFF2-40B4-BE49-F238E27FC236}">
                <a16:creationId xmlns:a16="http://schemas.microsoft.com/office/drawing/2014/main" id="{D96FFDF7-3246-C533-CA7D-F5F0578FBB10}"/>
              </a:ext>
            </a:extLst>
          </p:cNvPr>
          <p:cNvSpPr/>
          <p:nvPr/>
        </p:nvSpPr>
        <p:spPr>
          <a:xfrm>
            <a:off x="8835509" y="1571961"/>
            <a:ext cx="764524" cy="730183"/>
          </a:xfrm>
          <a:prstGeom prst="roundRect">
            <a:avLst>
              <a:gd name="adj" fmla="val 5275"/>
            </a:avLst>
          </a:prstGeom>
          <a:solidFill>
            <a:srgbClr val="0086C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2800">
              <a:solidFill>
                <a:schemeClr val="bg1"/>
              </a:solidFill>
              <a:latin typeface="+mn-lt"/>
              <a:ea typeface="BIZ UDPゴシック" panose="020B0400000000000000" pitchFamily="50" charset="-128"/>
              <a:cs typeface="Helvetica"/>
            </a:endParaRPr>
          </a:p>
        </p:txBody>
      </p:sp>
      <p:sp>
        <p:nvSpPr>
          <p:cNvPr id="29" name="四角形: 角を丸くする 28">
            <a:extLst>
              <a:ext uri="{FF2B5EF4-FFF2-40B4-BE49-F238E27FC236}">
                <a16:creationId xmlns:a16="http://schemas.microsoft.com/office/drawing/2014/main" id="{F2606DEE-DF5A-D10F-613D-1535ED59B852}"/>
              </a:ext>
            </a:extLst>
          </p:cNvPr>
          <p:cNvSpPr/>
          <p:nvPr/>
        </p:nvSpPr>
        <p:spPr>
          <a:xfrm>
            <a:off x="6794552" y="1571961"/>
            <a:ext cx="764524" cy="730183"/>
          </a:xfrm>
          <a:prstGeom prst="roundRect">
            <a:avLst>
              <a:gd name="adj" fmla="val 5275"/>
            </a:avLst>
          </a:prstGeom>
          <a:solidFill>
            <a:srgbClr val="00396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2800">
              <a:solidFill>
                <a:schemeClr val="bg1"/>
              </a:solidFill>
              <a:latin typeface="+mn-lt"/>
              <a:ea typeface="BIZ UDPゴシック" panose="020B0400000000000000" pitchFamily="50" charset="-128"/>
              <a:cs typeface="Helvetica"/>
            </a:endParaRPr>
          </a:p>
        </p:txBody>
      </p:sp>
      <p:pic>
        <p:nvPicPr>
          <p:cNvPr id="30" name="図 29">
            <a:extLst>
              <a:ext uri="{FF2B5EF4-FFF2-40B4-BE49-F238E27FC236}">
                <a16:creationId xmlns:a16="http://schemas.microsoft.com/office/drawing/2014/main" id="{18B818B7-E822-1F24-5C1C-B90F8ED0339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b="24853"/>
          <a:stretch/>
        </p:blipFill>
        <p:spPr>
          <a:xfrm>
            <a:off x="6794552" y="1122134"/>
            <a:ext cx="1228809" cy="351422"/>
          </a:xfrm>
          <a:prstGeom prst="rect">
            <a:avLst/>
          </a:prstGeom>
        </p:spPr>
      </p:pic>
      <p:sp>
        <p:nvSpPr>
          <p:cNvPr id="41" name="テキスト ボックス 40">
            <a:extLst>
              <a:ext uri="{FF2B5EF4-FFF2-40B4-BE49-F238E27FC236}">
                <a16:creationId xmlns:a16="http://schemas.microsoft.com/office/drawing/2014/main" id="{E07A66B3-202D-E9A6-D956-20FBA0FAE673}"/>
              </a:ext>
            </a:extLst>
          </p:cNvPr>
          <p:cNvSpPr txBox="1"/>
          <p:nvPr/>
        </p:nvSpPr>
        <p:spPr>
          <a:xfrm>
            <a:off x="3401574" y="1155129"/>
            <a:ext cx="2573091" cy="298415"/>
          </a:xfrm>
          <a:prstGeom prst="rect">
            <a:avLst/>
          </a:prstGeom>
          <a:noFill/>
        </p:spPr>
        <p:txBody>
          <a:bodyPr wrap="square" lIns="0" tIns="0" rIns="0" bIns="0" rtlCol="0">
            <a:spAutoFit/>
          </a:bodyPr>
          <a:lstStyle/>
          <a:p>
            <a:pPr>
              <a:lnSpc>
                <a:spcPct val="120000"/>
              </a:lnSpc>
            </a:pPr>
            <a:r>
              <a:rPr lang="ja-JP" altLang="en-US" b="1">
                <a:solidFill>
                  <a:srgbClr val="033865"/>
                </a:solidFill>
                <a:latin typeface="Helvetica" panose="020B0604020202020204" pitchFamily="34" charset="0"/>
                <a:ea typeface="BIZ UDPゴシック" panose="020B0400000000000000" pitchFamily="50" charset="-128"/>
              </a:rPr>
              <a:t>ロゴ基調カラー</a:t>
            </a:r>
            <a:endParaRPr kumimoji="1" lang="ja-JP" altLang="en-US" b="1">
              <a:solidFill>
                <a:srgbClr val="033865"/>
              </a:solidFill>
              <a:latin typeface="Helvetica" panose="020B0604020202020204" pitchFamily="34" charset="0"/>
              <a:ea typeface="BIZ UDPゴシック" panose="020B0400000000000000" pitchFamily="50" charset="-128"/>
            </a:endParaRPr>
          </a:p>
        </p:txBody>
      </p:sp>
      <p:sp>
        <p:nvSpPr>
          <p:cNvPr id="42" name="テキスト ボックス 41">
            <a:extLst>
              <a:ext uri="{FF2B5EF4-FFF2-40B4-BE49-F238E27FC236}">
                <a16:creationId xmlns:a16="http://schemas.microsoft.com/office/drawing/2014/main" id="{3D6A6B17-DBC5-0150-893D-C01C206A1AD6}"/>
              </a:ext>
            </a:extLst>
          </p:cNvPr>
          <p:cNvSpPr txBox="1"/>
          <p:nvPr/>
        </p:nvSpPr>
        <p:spPr>
          <a:xfrm>
            <a:off x="3401573" y="1569851"/>
            <a:ext cx="2907788" cy="420564"/>
          </a:xfrm>
          <a:prstGeom prst="rect">
            <a:avLst/>
          </a:prstGeom>
          <a:noFill/>
        </p:spPr>
        <p:txBody>
          <a:bodyPr wrap="square" lIns="0" tIns="0" rIns="0" bIns="0" rtlCol="0">
            <a:spAutoFit/>
          </a:bodyPr>
          <a:lstStyle/>
          <a:p>
            <a:pPr marL="171450" indent="-171450">
              <a:lnSpc>
                <a:spcPct val="120000"/>
              </a:lnSpc>
              <a:buFont typeface="Arial" panose="020B0604020202020204" pitchFamily="34" charset="0"/>
              <a:buChar char="•"/>
            </a:pPr>
            <a:r>
              <a:rPr kumimoji="1" lang="ja-JP" altLang="en-US" sz="1200">
                <a:solidFill>
                  <a:schemeClr val="tx1">
                    <a:lumMod val="65000"/>
                    <a:lumOff val="35000"/>
                  </a:schemeClr>
                </a:solidFill>
                <a:latin typeface="Helvetica" panose="020B0604020202020204" pitchFamily="34" charset="0"/>
                <a:ea typeface="BIZ UDPゴシック" panose="020B0400000000000000" pitchFamily="50" charset="-128"/>
              </a:rPr>
              <a:t>コントラストをつけて強調したいフォントやベタ塗りの場合に使用する</a:t>
            </a:r>
          </a:p>
        </p:txBody>
      </p:sp>
      <p:sp>
        <p:nvSpPr>
          <p:cNvPr id="10" name="四角形: 角を丸くする 9">
            <a:extLst>
              <a:ext uri="{FF2B5EF4-FFF2-40B4-BE49-F238E27FC236}">
                <a16:creationId xmlns:a16="http://schemas.microsoft.com/office/drawing/2014/main" id="{A80960BF-F9DD-DC01-5807-EABBC978FDF3}"/>
              </a:ext>
            </a:extLst>
          </p:cNvPr>
          <p:cNvSpPr/>
          <p:nvPr/>
        </p:nvSpPr>
        <p:spPr>
          <a:xfrm>
            <a:off x="511756" y="3243383"/>
            <a:ext cx="1476000" cy="468000"/>
          </a:xfrm>
          <a:prstGeom prst="roundRect">
            <a:avLst>
              <a:gd name="adj" fmla="val 5275"/>
            </a:avLst>
          </a:prstGeom>
          <a:solidFill>
            <a:srgbClr val="59595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11" name="四角形: 角を丸くする 10">
            <a:extLst>
              <a:ext uri="{FF2B5EF4-FFF2-40B4-BE49-F238E27FC236}">
                <a16:creationId xmlns:a16="http://schemas.microsoft.com/office/drawing/2014/main" id="{E0E2276C-04AA-C45B-CAF8-85A0BB1F384F}"/>
              </a:ext>
            </a:extLst>
          </p:cNvPr>
          <p:cNvSpPr/>
          <p:nvPr/>
        </p:nvSpPr>
        <p:spPr>
          <a:xfrm>
            <a:off x="511756" y="3871630"/>
            <a:ext cx="1476000" cy="468000"/>
          </a:xfrm>
          <a:prstGeom prst="roundRect">
            <a:avLst>
              <a:gd name="adj" fmla="val 5275"/>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4" name="四角形: 角を丸くする 3">
            <a:extLst>
              <a:ext uri="{FF2B5EF4-FFF2-40B4-BE49-F238E27FC236}">
                <a16:creationId xmlns:a16="http://schemas.microsoft.com/office/drawing/2014/main" id="{CB1DF594-5746-CC36-4D10-7705B4AF2F39}"/>
              </a:ext>
            </a:extLst>
          </p:cNvPr>
          <p:cNvSpPr/>
          <p:nvPr/>
        </p:nvSpPr>
        <p:spPr>
          <a:xfrm>
            <a:off x="511756" y="1138362"/>
            <a:ext cx="1476000" cy="468000"/>
          </a:xfrm>
          <a:prstGeom prst="roundRect">
            <a:avLst>
              <a:gd name="adj" fmla="val 5275"/>
            </a:avLst>
          </a:prstGeom>
          <a:solidFill>
            <a:srgbClr val="003965"/>
          </a:solidFill>
          <a:ln>
            <a:solidFill>
              <a:srgbClr val="033865"/>
            </a:solid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12" name="四角形: 角を丸くする 11">
            <a:extLst>
              <a:ext uri="{FF2B5EF4-FFF2-40B4-BE49-F238E27FC236}">
                <a16:creationId xmlns:a16="http://schemas.microsoft.com/office/drawing/2014/main" id="{8C8CBEDE-476E-3214-C48E-29D2C455F08C}"/>
              </a:ext>
            </a:extLst>
          </p:cNvPr>
          <p:cNvSpPr/>
          <p:nvPr/>
        </p:nvSpPr>
        <p:spPr>
          <a:xfrm>
            <a:off x="511756" y="2615136"/>
            <a:ext cx="1476000" cy="468000"/>
          </a:xfrm>
          <a:prstGeom prst="roundRect">
            <a:avLst>
              <a:gd name="adj" fmla="val 5275"/>
            </a:avLst>
          </a:prstGeom>
          <a:solidFill>
            <a:schemeClr val="tx1"/>
          </a:solidFill>
          <a:ln>
            <a:solidFill>
              <a:srgbClr val="033865"/>
            </a:solid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31" name="四角形: 角を丸くする 30">
            <a:extLst>
              <a:ext uri="{FF2B5EF4-FFF2-40B4-BE49-F238E27FC236}">
                <a16:creationId xmlns:a16="http://schemas.microsoft.com/office/drawing/2014/main" id="{D121A561-B87A-30C3-0C23-130D577408F2}"/>
              </a:ext>
            </a:extLst>
          </p:cNvPr>
          <p:cNvSpPr/>
          <p:nvPr/>
        </p:nvSpPr>
        <p:spPr>
          <a:xfrm>
            <a:off x="511756" y="1766609"/>
            <a:ext cx="1476000" cy="468000"/>
          </a:xfrm>
          <a:prstGeom prst="roundRect">
            <a:avLst>
              <a:gd name="adj" fmla="val 5275"/>
            </a:avLst>
          </a:prstGeom>
          <a:solidFill>
            <a:srgbClr val="0086C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32" name="四角形: 角を丸くする 31">
            <a:extLst>
              <a:ext uri="{FF2B5EF4-FFF2-40B4-BE49-F238E27FC236}">
                <a16:creationId xmlns:a16="http://schemas.microsoft.com/office/drawing/2014/main" id="{FB6298F6-1D57-20F4-1AAE-8E89D74344BE}"/>
              </a:ext>
            </a:extLst>
          </p:cNvPr>
          <p:cNvSpPr/>
          <p:nvPr/>
        </p:nvSpPr>
        <p:spPr>
          <a:xfrm>
            <a:off x="511756" y="5916618"/>
            <a:ext cx="1476000" cy="468000"/>
          </a:xfrm>
          <a:prstGeom prst="roundRect">
            <a:avLst>
              <a:gd name="adj" fmla="val 5275"/>
            </a:avLst>
          </a:prstGeom>
          <a:solidFill>
            <a:srgbClr val="F6E5C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39" name="四角形: 角を丸くする 38">
            <a:extLst>
              <a:ext uri="{FF2B5EF4-FFF2-40B4-BE49-F238E27FC236}">
                <a16:creationId xmlns:a16="http://schemas.microsoft.com/office/drawing/2014/main" id="{1E82904A-CF90-E215-C0AB-72330E310E44}"/>
              </a:ext>
            </a:extLst>
          </p:cNvPr>
          <p:cNvSpPr/>
          <p:nvPr/>
        </p:nvSpPr>
        <p:spPr>
          <a:xfrm>
            <a:off x="511756" y="4660124"/>
            <a:ext cx="1476000" cy="468000"/>
          </a:xfrm>
          <a:prstGeom prst="roundRect">
            <a:avLst>
              <a:gd name="adj" fmla="val 5275"/>
            </a:avLst>
          </a:prstGeom>
          <a:solidFill>
            <a:srgbClr val="ED514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40" name="四角形: 角を丸くする 39">
            <a:extLst>
              <a:ext uri="{FF2B5EF4-FFF2-40B4-BE49-F238E27FC236}">
                <a16:creationId xmlns:a16="http://schemas.microsoft.com/office/drawing/2014/main" id="{808B07AB-C683-E09C-2518-7757832FC962}"/>
              </a:ext>
            </a:extLst>
          </p:cNvPr>
          <p:cNvSpPr/>
          <p:nvPr/>
        </p:nvSpPr>
        <p:spPr>
          <a:xfrm>
            <a:off x="511756" y="5288371"/>
            <a:ext cx="1476000" cy="468000"/>
          </a:xfrm>
          <a:prstGeom prst="roundRect">
            <a:avLst>
              <a:gd name="adj" fmla="val 5275"/>
            </a:avLst>
          </a:prstGeom>
          <a:solidFill>
            <a:srgbClr val="FF9F9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cxnSp>
        <p:nvCxnSpPr>
          <p:cNvPr id="44" name="直線コネクタ 43">
            <a:extLst>
              <a:ext uri="{FF2B5EF4-FFF2-40B4-BE49-F238E27FC236}">
                <a16:creationId xmlns:a16="http://schemas.microsoft.com/office/drawing/2014/main" id="{F0C61695-5545-D88A-DD54-805DDE978761}"/>
              </a:ext>
            </a:extLst>
          </p:cNvPr>
          <p:cNvCxnSpPr>
            <a:cxnSpLocks/>
          </p:cNvCxnSpPr>
          <p:nvPr/>
        </p:nvCxnSpPr>
        <p:spPr>
          <a:xfrm>
            <a:off x="511756" y="2454889"/>
            <a:ext cx="1101984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線コネクタ 44">
            <a:extLst>
              <a:ext uri="{FF2B5EF4-FFF2-40B4-BE49-F238E27FC236}">
                <a16:creationId xmlns:a16="http://schemas.microsoft.com/office/drawing/2014/main" id="{24A9265D-C0D0-99E6-9DE6-D660D43BEA50}"/>
              </a:ext>
            </a:extLst>
          </p:cNvPr>
          <p:cNvCxnSpPr>
            <a:cxnSpLocks/>
          </p:cNvCxnSpPr>
          <p:nvPr/>
        </p:nvCxnSpPr>
        <p:spPr>
          <a:xfrm>
            <a:off x="532661" y="4499878"/>
            <a:ext cx="1101984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5AFA1209-1F01-E45D-B5C9-E6AC0EE9A650}"/>
              </a:ext>
            </a:extLst>
          </p:cNvPr>
          <p:cNvCxnSpPr>
            <a:cxnSpLocks/>
          </p:cNvCxnSpPr>
          <p:nvPr/>
        </p:nvCxnSpPr>
        <p:spPr>
          <a:xfrm>
            <a:off x="511756" y="6544868"/>
            <a:ext cx="1101984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61572497-8A8E-6C50-37E0-34A8C461DD7D}"/>
              </a:ext>
            </a:extLst>
          </p:cNvPr>
          <p:cNvCxnSpPr>
            <a:cxnSpLocks/>
          </p:cNvCxnSpPr>
          <p:nvPr/>
        </p:nvCxnSpPr>
        <p:spPr>
          <a:xfrm>
            <a:off x="511756" y="916228"/>
            <a:ext cx="1101984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テキスト ボックス 50">
            <a:extLst>
              <a:ext uri="{FF2B5EF4-FFF2-40B4-BE49-F238E27FC236}">
                <a16:creationId xmlns:a16="http://schemas.microsoft.com/office/drawing/2014/main" id="{1C8E3103-9914-1EF2-0A6C-AD3F7880C1F1}"/>
              </a:ext>
            </a:extLst>
          </p:cNvPr>
          <p:cNvSpPr txBox="1"/>
          <p:nvPr/>
        </p:nvSpPr>
        <p:spPr>
          <a:xfrm>
            <a:off x="2151858" y="1157009"/>
            <a:ext cx="1249715" cy="369332"/>
          </a:xfrm>
          <a:prstGeom prst="rect">
            <a:avLst/>
          </a:prstGeom>
          <a:noFill/>
        </p:spPr>
        <p:txBody>
          <a:bodyPr wrap="square" lIns="0" tIns="0" rIns="0" bIns="0" rtlCol="0">
            <a:spAutoFit/>
          </a:bodyPr>
          <a:lstStyle/>
          <a:p>
            <a:pPr algn="l"/>
            <a:r>
              <a:rPr lang="en-US" altLang="ja-JP" sz="1200" b="1" i="0" u="none" strike="noStrike" baseline="0">
                <a:solidFill>
                  <a:srgbClr val="033865"/>
                </a:solidFill>
                <a:latin typeface="TBGoStdB-Normal" panose="020B0600000000000000" pitchFamily="34" charset="-128"/>
                <a:ea typeface="TBGoStdB-Normal" panose="020B0600000000000000" pitchFamily="34" charset="-128"/>
              </a:rPr>
              <a:t>#003965</a:t>
            </a:r>
          </a:p>
          <a:p>
            <a:pPr algn="l"/>
            <a:r>
              <a:rPr lang="ja-JP" altLang="en-US" sz="1200" b="1" i="0" u="none" strike="noStrike" baseline="0">
                <a:solidFill>
                  <a:srgbClr val="033865"/>
                </a:solidFill>
                <a:latin typeface="TBGoStdB-Normal" panose="020B0600000000000000" pitchFamily="34" charset="-128"/>
                <a:ea typeface="TBGoStdB-Normal" panose="020B0600000000000000" pitchFamily="34" charset="-128"/>
              </a:rPr>
              <a:t>ロゴカラー①</a:t>
            </a:r>
            <a:endParaRPr lang="en-US" altLang="ja-JP" sz="1200" b="1" i="0" u="none" strike="noStrike" baseline="0">
              <a:solidFill>
                <a:srgbClr val="033865"/>
              </a:solidFill>
              <a:latin typeface="TBGoStdB-Normal" panose="020B0600000000000000" pitchFamily="34" charset="-128"/>
              <a:ea typeface="TBGoStdB-Normal" panose="020B0600000000000000" pitchFamily="34" charset="-128"/>
            </a:endParaRPr>
          </a:p>
        </p:txBody>
      </p:sp>
      <p:sp>
        <p:nvSpPr>
          <p:cNvPr id="52" name="テキスト ボックス 51">
            <a:extLst>
              <a:ext uri="{FF2B5EF4-FFF2-40B4-BE49-F238E27FC236}">
                <a16:creationId xmlns:a16="http://schemas.microsoft.com/office/drawing/2014/main" id="{89BD144C-1F0A-FA5C-BAEA-ED13BCF59FDF}"/>
              </a:ext>
            </a:extLst>
          </p:cNvPr>
          <p:cNvSpPr txBox="1"/>
          <p:nvPr/>
        </p:nvSpPr>
        <p:spPr>
          <a:xfrm>
            <a:off x="2151858" y="1779236"/>
            <a:ext cx="1249715" cy="369332"/>
          </a:xfrm>
          <a:prstGeom prst="rect">
            <a:avLst/>
          </a:prstGeom>
          <a:noFill/>
        </p:spPr>
        <p:txBody>
          <a:bodyPr wrap="square" lIns="0" tIns="0" rIns="0" bIns="0" rtlCol="0">
            <a:spAutoFit/>
          </a:bodyPr>
          <a:lstStyle/>
          <a:p>
            <a:pPr algn="l"/>
            <a:r>
              <a:rPr lang="en-US" altLang="ja-JP" sz="1200" b="1" i="0" u="none" strike="noStrike" baseline="0">
                <a:solidFill>
                  <a:srgbClr val="0087C5"/>
                </a:solidFill>
                <a:latin typeface="TBGoStdB-Normal" panose="020B0600000000000000" pitchFamily="34" charset="-128"/>
                <a:ea typeface="TBGoStdB-Normal" panose="020B0600000000000000" pitchFamily="34" charset="-128"/>
              </a:rPr>
              <a:t>#0086C5</a:t>
            </a:r>
          </a:p>
          <a:p>
            <a:pPr algn="l"/>
            <a:r>
              <a:rPr lang="ja-JP" altLang="en-US" sz="1200" b="1">
                <a:solidFill>
                  <a:srgbClr val="0087C5"/>
                </a:solidFill>
                <a:latin typeface="TBGoStdB-Normal" panose="020B0600000000000000" pitchFamily="34" charset="-128"/>
                <a:ea typeface="TBGoStdB-Normal" panose="020B0600000000000000" pitchFamily="34" charset="-128"/>
              </a:rPr>
              <a:t>ロゴカラー②</a:t>
            </a:r>
            <a:endParaRPr lang="en-US" altLang="ja-JP" sz="1200" b="1" i="0" u="none" strike="noStrike" baseline="0">
              <a:solidFill>
                <a:srgbClr val="0087C5"/>
              </a:solidFill>
              <a:latin typeface="TBGoStdB-Normal" panose="020B0600000000000000" pitchFamily="34" charset="-128"/>
              <a:ea typeface="TBGoStdB-Normal" panose="020B0600000000000000" pitchFamily="34" charset="-128"/>
            </a:endParaRPr>
          </a:p>
        </p:txBody>
      </p:sp>
      <p:sp>
        <p:nvSpPr>
          <p:cNvPr id="53" name="テキスト ボックス 52">
            <a:extLst>
              <a:ext uri="{FF2B5EF4-FFF2-40B4-BE49-F238E27FC236}">
                <a16:creationId xmlns:a16="http://schemas.microsoft.com/office/drawing/2014/main" id="{1AEBA801-4907-F93A-7AB8-6A33889E4E88}"/>
              </a:ext>
            </a:extLst>
          </p:cNvPr>
          <p:cNvSpPr txBox="1"/>
          <p:nvPr/>
        </p:nvSpPr>
        <p:spPr>
          <a:xfrm>
            <a:off x="2151858" y="2658259"/>
            <a:ext cx="1249715" cy="369332"/>
          </a:xfrm>
          <a:prstGeom prst="rect">
            <a:avLst/>
          </a:prstGeom>
          <a:noFill/>
        </p:spPr>
        <p:txBody>
          <a:bodyPr wrap="square" lIns="0" tIns="0" rIns="0" bIns="0" rtlCol="0">
            <a:spAutoFit/>
          </a:bodyPr>
          <a:lstStyle/>
          <a:p>
            <a:pPr algn="l"/>
            <a:r>
              <a:rPr lang="en-US" altLang="ja-JP" sz="1200" b="1" i="0" u="none" strike="noStrike" baseline="0">
                <a:latin typeface="TBGoStdB-Normal" panose="020B0600000000000000" pitchFamily="34" charset="-128"/>
                <a:ea typeface="TBGoStdB-Normal" panose="020B0600000000000000" pitchFamily="34" charset="-128"/>
              </a:rPr>
              <a:t>#000000</a:t>
            </a:r>
          </a:p>
          <a:p>
            <a:pPr algn="l"/>
            <a:r>
              <a:rPr lang="ja-JP" altLang="en-US" sz="1200" b="1">
                <a:latin typeface="TBGoStdB-Normal" panose="020B0600000000000000" pitchFamily="34" charset="-128"/>
                <a:ea typeface="TBGoStdB-Normal" panose="020B0600000000000000" pitchFamily="34" charset="-128"/>
              </a:rPr>
              <a:t>ブラック</a:t>
            </a:r>
            <a:endParaRPr lang="ja-JP" altLang="en-US" sz="1200" b="1"/>
          </a:p>
        </p:txBody>
      </p:sp>
      <p:sp>
        <p:nvSpPr>
          <p:cNvPr id="54" name="テキスト ボックス 53">
            <a:extLst>
              <a:ext uri="{FF2B5EF4-FFF2-40B4-BE49-F238E27FC236}">
                <a16:creationId xmlns:a16="http://schemas.microsoft.com/office/drawing/2014/main" id="{BEA7AB8E-4630-5918-D569-7342E7ECFD25}"/>
              </a:ext>
            </a:extLst>
          </p:cNvPr>
          <p:cNvSpPr txBox="1"/>
          <p:nvPr/>
        </p:nvSpPr>
        <p:spPr>
          <a:xfrm>
            <a:off x="2151858" y="3290646"/>
            <a:ext cx="1249715" cy="369332"/>
          </a:xfrm>
          <a:prstGeom prst="rect">
            <a:avLst/>
          </a:prstGeom>
          <a:noFill/>
        </p:spPr>
        <p:txBody>
          <a:bodyPr wrap="square" lIns="0" tIns="0" rIns="0" bIns="0" rtlCol="0">
            <a:spAutoFit/>
          </a:bodyPr>
          <a:lstStyle/>
          <a:p>
            <a:pPr algn="l"/>
            <a:r>
              <a:rPr lang="en-US" altLang="ja-JP" sz="1200" b="1" i="0" u="none" strike="noStrike" baseline="0">
                <a:solidFill>
                  <a:srgbClr val="595959"/>
                </a:solidFill>
                <a:latin typeface="TBGoStdB-Normal" panose="020B0600000000000000" pitchFamily="34" charset="-128"/>
                <a:ea typeface="TBGoStdB-Normal" panose="020B0600000000000000" pitchFamily="34" charset="-128"/>
              </a:rPr>
              <a:t>#595959</a:t>
            </a:r>
          </a:p>
          <a:p>
            <a:pPr algn="l"/>
            <a:r>
              <a:rPr lang="ja-JP" altLang="en-US" sz="1200" b="1">
                <a:solidFill>
                  <a:srgbClr val="595959"/>
                </a:solidFill>
                <a:latin typeface="TBGoStdB-Normal" panose="020B0600000000000000" pitchFamily="34" charset="-128"/>
                <a:ea typeface="TBGoStdB-Normal" panose="020B0600000000000000" pitchFamily="34" charset="-128"/>
              </a:rPr>
              <a:t>グレー</a:t>
            </a:r>
            <a:endParaRPr lang="ja-JP" altLang="en-US" sz="1200" b="1">
              <a:solidFill>
                <a:srgbClr val="595959"/>
              </a:solidFill>
            </a:endParaRPr>
          </a:p>
        </p:txBody>
      </p:sp>
      <p:sp>
        <p:nvSpPr>
          <p:cNvPr id="55" name="テキスト ボックス 54">
            <a:extLst>
              <a:ext uri="{FF2B5EF4-FFF2-40B4-BE49-F238E27FC236}">
                <a16:creationId xmlns:a16="http://schemas.microsoft.com/office/drawing/2014/main" id="{6371BF65-EC3E-BC48-E679-43E3472F79A1}"/>
              </a:ext>
            </a:extLst>
          </p:cNvPr>
          <p:cNvSpPr txBox="1"/>
          <p:nvPr/>
        </p:nvSpPr>
        <p:spPr>
          <a:xfrm>
            <a:off x="2151858" y="3932519"/>
            <a:ext cx="1249715" cy="369332"/>
          </a:xfrm>
          <a:prstGeom prst="rect">
            <a:avLst/>
          </a:prstGeom>
          <a:noFill/>
        </p:spPr>
        <p:txBody>
          <a:bodyPr wrap="square" lIns="0" tIns="0" rIns="0" bIns="0" rtlCol="0">
            <a:spAutoFit/>
          </a:bodyPr>
          <a:lstStyle/>
          <a:p>
            <a:pPr algn="l"/>
            <a:r>
              <a:rPr lang="en-US" altLang="ja-JP" sz="1200" b="1" i="0" u="none" strike="noStrike" baseline="0">
                <a:solidFill>
                  <a:srgbClr val="D9D9D9"/>
                </a:solidFill>
                <a:latin typeface="TBGoStdB-Normal" panose="020B0600000000000000" pitchFamily="34" charset="-128"/>
                <a:ea typeface="TBGoStdB-Normal" panose="020B0600000000000000" pitchFamily="34" charset="-128"/>
              </a:rPr>
              <a:t>#D9D9D9</a:t>
            </a:r>
          </a:p>
          <a:p>
            <a:pPr algn="l"/>
            <a:r>
              <a:rPr lang="ja-JP" altLang="en-US" sz="1200" b="1">
                <a:solidFill>
                  <a:srgbClr val="D9D9D9"/>
                </a:solidFill>
                <a:latin typeface="TBGoStdB-Normal" panose="020B0600000000000000" pitchFamily="34" charset="-128"/>
                <a:ea typeface="TBGoStdB-Normal" panose="020B0600000000000000" pitchFamily="34" charset="-128"/>
              </a:rPr>
              <a:t>薄いグレー</a:t>
            </a:r>
            <a:endParaRPr lang="ja-JP" altLang="en-US" sz="1200" b="1">
              <a:solidFill>
                <a:srgbClr val="D9D9D9"/>
              </a:solidFill>
            </a:endParaRPr>
          </a:p>
        </p:txBody>
      </p:sp>
      <p:sp>
        <p:nvSpPr>
          <p:cNvPr id="56" name="テキスト ボックス 55">
            <a:extLst>
              <a:ext uri="{FF2B5EF4-FFF2-40B4-BE49-F238E27FC236}">
                <a16:creationId xmlns:a16="http://schemas.microsoft.com/office/drawing/2014/main" id="{6C3AC79D-317F-4863-581C-209A98E560ED}"/>
              </a:ext>
            </a:extLst>
          </p:cNvPr>
          <p:cNvSpPr txBox="1"/>
          <p:nvPr/>
        </p:nvSpPr>
        <p:spPr>
          <a:xfrm>
            <a:off x="2151858" y="4680837"/>
            <a:ext cx="1249715" cy="369332"/>
          </a:xfrm>
          <a:prstGeom prst="rect">
            <a:avLst/>
          </a:prstGeom>
          <a:noFill/>
        </p:spPr>
        <p:txBody>
          <a:bodyPr wrap="square" lIns="0" tIns="0" rIns="0" bIns="0" rtlCol="0">
            <a:spAutoFit/>
          </a:bodyPr>
          <a:lstStyle/>
          <a:p>
            <a:pPr algn="l"/>
            <a:r>
              <a:rPr lang="en-US" altLang="ja-JP" sz="1200" b="1">
                <a:solidFill>
                  <a:srgbClr val="FF5050"/>
                </a:solidFill>
                <a:latin typeface="TBGoStdB-Normal" panose="020B0600000000000000" pitchFamily="34" charset="-128"/>
                <a:ea typeface="TBGoStdB-Normal" panose="020B0600000000000000" pitchFamily="34" charset="-128"/>
              </a:rPr>
              <a:t>#</a:t>
            </a:r>
            <a:r>
              <a:rPr lang="en-US" altLang="ja-JP" sz="1200" b="1" i="0" u="none" strike="noStrike" baseline="0">
                <a:solidFill>
                  <a:srgbClr val="FF5050"/>
                </a:solidFill>
                <a:latin typeface="TBGoStdB-Normal" panose="020B0600000000000000" pitchFamily="34" charset="-128"/>
                <a:ea typeface="TBGoStdB-Normal" panose="020B0600000000000000" pitchFamily="34" charset="-128"/>
              </a:rPr>
              <a:t>ed514e</a:t>
            </a:r>
          </a:p>
          <a:p>
            <a:pPr algn="l"/>
            <a:r>
              <a:rPr lang="ja-JP" altLang="en-US" sz="1200" b="1" i="0" u="none" strike="noStrike" baseline="0">
                <a:solidFill>
                  <a:srgbClr val="FF5050"/>
                </a:solidFill>
                <a:latin typeface="TBGoStdB-Normal" panose="020B0600000000000000" pitchFamily="34" charset="-128"/>
                <a:ea typeface="TBGoStdB-Normal" panose="020B0600000000000000" pitchFamily="34" charset="-128"/>
              </a:rPr>
              <a:t>ポイントカラー</a:t>
            </a:r>
            <a:endParaRPr lang="en-US" altLang="ja-JP" sz="1200" b="1" i="0" u="none" strike="noStrike" baseline="0">
              <a:solidFill>
                <a:srgbClr val="FF5050"/>
              </a:solidFill>
              <a:latin typeface="TBGoStdB-Normal" panose="020B0600000000000000" pitchFamily="34" charset="-128"/>
              <a:ea typeface="TBGoStdB-Normal" panose="020B0600000000000000" pitchFamily="34" charset="-128"/>
            </a:endParaRPr>
          </a:p>
        </p:txBody>
      </p:sp>
      <p:sp>
        <p:nvSpPr>
          <p:cNvPr id="57" name="テキスト ボックス 56">
            <a:extLst>
              <a:ext uri="{FF2B5EF4-FFF2-40B4-BE49-F238E27FC236}">
                <a16:creationId xmlns:a16="http://schemas.microsoft.com/office/drawing/2014/main" id="{7F1D42A3-3F8A-F6BA-0D94-794E7CB15BEC}"/>
              </a:ext>
            </a:extLst>
          </p:cNvPr>
          <p:cNvSpPr txBox="1"/>
          <p:nvPr/>
        </p:nvSpPr>
        <p:spPr>
          <a:xfrm>
            <a:off x="2151858" y="5320601"/>
            <a:ext cx="1249715" cy="369332"/>
          </a:xfrm>
          <a:prstGeom prst="rect">
            <a:avLst/>
          </a:prstGeom>
          <a:noFill/>
        </p:spPr>
        <p:txBody>
          <a:bodyPr wrap="square" lIns="0" tIns="0" rIns="0" bIns="0" rtlCol="0">
            <a:spAutoFit/>
          </a:bodyPr>
          <a:lstStyle/>
          <a:p>
            <a:pPr algn="l"/>
            <a:r>
              <a:rPr lang="en-US" altLang="ja-JP" sz="1200" b="1" i="0" u="none" strike="noStrike" baseline="0">
                <a:solidFill>
                  <a:srgbClr val="FF9F9F"/>
                </a:solidFill>
                <a:latin typeface="TBGoStdB-Normal" panose="020B0600000000000000" pitchFamily="34" charset="-128"/>
                <a:ea typeface="TBGoStdB-Normal" panose="020B0600000000000000" pitchFamily="34" charset="-128"/>
              </a:rPr>
              <a:t>#FF9F9F</a:t>
            </a:r>
          </a:p>
          <a:p>
            <a:pPr algn="l"/>
            <a:r>
              <a:rPr lang="ja-JP" altLang="en-US" sz="1200" b="1">
                <a:solidFill>
                  <a:srgbClr val="FF9F9F"/>
                </a:solidFill>
              </a:rPr>
              <a:t>強調背景</a:t>
            </a:r>
          </a:p>
        </p:txBody>
      </p:sp>
      <p:sp>
        <p:nvSpPr>
          <p:cNvPr id="58" name="テキスト ボックス 57">
            <a:extLst>
              <a:ext uri="{FF2B5EF4-FFF2-40B4-BE49-F238E27FC236}">
                <a16:creationId xmlns:a16="http://schemas.microsoft.com/office/drawing/2014/main" id="{9128BA1D-6038-1C84-271F-45858FB80FB3}"/>
              </a:ext>
            </a:extLst>
          </p:cNvPr>
          <p:cNvSpPr txBox="1"/>
          <p:nvPr/>
        </p:nvSpPr>
        <p:spPr>
          <a:xfrm>
            <a:off x="2151858" y="5973374"/>
            <a:ext cx="1249715" cy="369332"/>
          </a:xfrm>
          <a:prstGeom prst="rect">
            <a:avLst/>
          </a:prstGeom>
          <a:noFill/>
        </p:spPr>
        <p:txBody>
          <a:bodyPr wrap="square" lIns="0" tIns="0" rIns="0" bIns="0" rtlCol="0">
            <a:spAutoFit/>
          </a:bodyPr>
          <a:lstStyle/>
          <a:p>
            <a:pPr algn="l"/>
            <a:r>
              <a:rPr lang="en-US" altLang="ja-JP" sz="1200" b="1" i="0" u="none" strike="noStrike" baseline="0">
                <a:solidFill>
                  <a:srgbClr val="EFE1C6"/>
                </a:solidFill>
                <a:latin typeface="TBGoStdB-Normal" panose="020B0600000000000000" pitchFamily="34" charset="-128"/>
                <a:ea typeface="TBGoStdB-Normal" panose="020B0600000000000000" pitchFamily="34" charset="-128"/>
              </a:rPr>
              <a:t>#f6e5cc</a:t>
            </a:r>
          </a:p>
          <a:p>
            <a:pPr algn="l"/>
            <a:r>
              <a:rPr lang="ja-JP" altLang="en-US" sz="1200" b="1">
                <a:solidFill>
                  <a:srgbClr val="EFE1C6"/>
                </a:solidFill>
                <a:latin typeface="TBGoStdB-Normal" panose="020B0600000000000000" pitchFamily="34" charset="-128"/>
                <a:ea typeface="TBGoStdB-Normal" panose="020B0600000000000000" pitchFamily="34" charset="-128"/>
              </a:rPr>
              <a:t>サブカラー</a:t>
            </a:r>
            <a:endParaRPr lang="en-US" altLang="ja-JP" sz="1200" b="1" i="0" u="none" strike="noStrike" baseline="0">
              <a:solidFill>
                <a:srgbClr val="EFE1C6"/>
              </a:solidFill>
              <a:latin typeface="TBGoStdB-Normal" panose="020B0600000000000000" pitchFamily="34" charset="-128"/>
              <a:ea typeface="TBGoStdB-Normal" panose="020B0600000000000000" pitchFamily="34" charset="-128"/>
            </a:endParaRPr>
          </a:p>
        </p:txBody>
      </p:sp>
      <p:sp>
        <p:nvSpPr>
          <p:cNvPr id="59" name="テキスト ボックス 58">
            <a:extLst>
              <a:ext uri="{FF2B5EF4-FFF2-40B4-BE49-F238E27FC236}">
                <a16:creationId xmlns:a16="http://schemas.microsoft.com/office/drawing/2014/main" id="{8E6D25DC-1D40-D5C4-D11B-BF731DDDED0C}"/>
              </a:ext>
            </a:extLst>
          </p:cNvPr>
          <p:cNvSpPr txBox="1"/>
          <p:nvPr/>
        </p:nvSpPr>
        <p:spPr>
          <a:xfrm>
            <a:off x="3401574" y="2617970"/>
            <a:ext cx="2573091" cy="298415"/>
          </a:xfrm>
          <a:prstGeom prst="rect">
            <a:avLst/>
          </a:prstGeom>
          <a:noFill/>
        </p:spPr>
        <p:txBody>
          <a:bodyPr wrap="square" lIns="0" tIns="0" rIns="0" bIns="0" rtlCol="0">
            <a:spAutoFit/>
          </a:bodyPr>
          <a:lstStyle/>
          <a:p>
            <a:pPr>
              <a:lnSpc>
                <a:spcPct val="120000"/>
              </a:lnSpc>
            </a:pPr>
            <a:r>
              <a:rPr lang="ja-JP" altLang="en-US" b="1">
                <a:latin typeface="Helvetica" panose="020B0604020202020204" pitchFamily="34" charset="0"/>
                <a:ea typeface="BIZ UDPゴシック" panose="020B0400000000000000" pitchFamily="50" charset="-128"/>
              </a:rPr>
              <a:t>グレースケールカラー</a:t>
            </a:r>
            <a:endParaRPr kumimoji="1" lang="ja-JP" altLang="en-US" b="1">
              <a:latin typeface="Helvetica" panose="020B0604020202020204" pitchFamily="34" charset="0"/>
              <a:ea typeface="BIZ UDPゴシック" panose="020B0400000000000000" pitchFamily="50" charset="-128"/>
            </a:endParaRPr>
          </a:p>
        </p:txBody>
      </p:sp>
      <p:sp>
        <p:nvSpPr>
          <p:cNvPr id="60" name="テキスト ボックス 59">
            <a:extLst>
              <a:ext uri="{FF2B5EF4-FFF2-40B4-BE49-F238E27FC236}">
                <a16:creationId xmlns:a16="http://schemas.microsoft.com/office/drawing/2014/main" id="{21487C08-6083-8134-20A7-A9BE9AF5C5E5}"/>
              </a:ext>
            </a:extLst>
          </p:cNvPr>
          <p:cNvSpPr txBox="1"/>
          <p:nvPr/>
        </p:nvSpPr>
        <p:spPr>
          <a:xfrm>
            <a:off x="3401573" y="3002212"/>
            <a:ext cx="2907788" cy="642163"/>
          </a:xfrm>
          <a:prstGeom prst="rect">
            <a:avLst/>
          </a:prstGeom>
          <a:noFill/>
        </p:spPr>
        <p:txBody>
          <a:bodyPr wrap="square" lIns="0" tIns="0" rIns="0" bIns="0" rtlCol="0">
            <a:spAutoFit/>
          </a:bodyPr>
          <a:lstStyle/>
          <a:p>
            <a:pPr marL="171450" indent="-171450">
              <a:lnSpc>
                <a:spcPct val="120000"/>
              </a:lnSpc>
              <a:buFont typeface="Arial" panose="020B0604020202020204" pitchFamily="34" charset="0"/>
              <a:buChar char="•"/>
            </a:pPr>
            <a:r>
              <a:rPr kumimoji="1" lang="ja-JP" altLang="en-US" sz="1200">
                <a:solidFill>
                  <a:schemeClr val="tx1">
                    <a:lumMod val="65000"/>
                    <a:lumOff val="35000"/>
                  </a:schemeClr>
                </a:solidFill>
                <a:latin typeface="Helvetica" panose="020B0604020202020204" pitchFamily="34" charset="0"/>
                <a:ea typeface="BIZ UDPゴシック" panose="020B0400000000000000" pitchFamily="50" charset="-128"/>
              </a:rPr>
              <a:t>黒色は基本テキストに使用</a:t>
            </a:r>
            <a:endParaRPr kumimoji="1" lang="en-US" altLang="ja-JP" sz="1200">
              <a:solidFill>
                <a:schemeClr val="tx1">
                  <a:lumMod val="65000"/>
                  <a:lumOff val="35000"/>
                </a:schemeClr>
              </a:solidFill>
              <a:latin typeface="Helvetica" panose="020B0604020202020204" pitchFamily="34" charset="0"/>
              <a:ea typeface="BIZ UDPゴシック" panose="020B0400000000000000" pitchFamily="50" charset="-128"/>
            </a:endParaRPr>
          </a:p>
          <a:p>
            <a:pPr marL="171450" indent="-171450">
              <a:lnSpc>
                <a:spcPct val="120000"/>
              </a:lnSpc>
              <a:buFont typeface="Arial" panose="020B0604020202020204" pitchFamily="34" charset="0"/>
              <a:buChar char="•"/>
            </a:pPr>
            <a:r>
              <a:rPr kumimoji="1" lang="ja-JP" altLang="en-US" sz="1200">
                <a:solidFill>
                  <a:schemeClr val="tx1">
                    <a:lumMod val="65000"/>
                    <a:lumOff val="35000"/>
                  </a:schemeClr>
                </a:solidFill>
                <a:latin typeface="Helvetica" panose="020B0604020202020204" pitchFamily="34" charset="0"/>
                <a:ea typeface="BIZ UDPゴシック" panose="020B0400000000000000" pitchFamily="50" charset="-128"/>
              </a:rPr>
              <a:t>グレー色は注釈やグラフの非強調領域の塗等に使用する</a:t>
            </a:r>
          </a:p>
        </p:txBody>
      </p:sp>
      <p:sp>
        <p:nvSpPr>
          <p:cNvPr id="61" name="テキスト ボックス 60">
            <a:extLst>
              <a:ext uri="{FF2B5EF4-FFF2-40B4-BE49-F238E27FC236}">
                <a16:creationId xmlns:a16="http://schemas.microsoft.com/office/drawing/2014/main" id="{51F09DB7-AF24-8392-DB13-D998BC0B7D19}"/>
              </a:ext>
            </a:extLst>
          </p:cNvPr>
          <p:cNvSpPr txBox="1"/>
          <p:nvPr/>
        </p:nvSpPr>
        <p:spPr>
          <a:xfrm>
            <a:off x="3401574" y="4628367"/>
            <a:ext cx="2573091" cy="298415"/>
          </a:xfrm>
          <a:prstGeom prst="rect">
            <a:avLst/>
          </a:prstGeom>
          <a:noFill/>
        </p:spPr>
        <p:txBody>
          <a:bodyPr wrap="square" lIns="0" tIns="0" rIns="0" bIns="0" rtlCol="0">
            <a:spAutoFit/>
          </a:bodyPr>
          <a:lstStyle/>
          <a:p>
            <a:pPr>
              <a:lnSpc>
                <a:spcPct val="120000"/>
              </a:lnSpc>
            </a:pPr>
            <a:r>
              <a:rPr lang="ja-JP" altLang="en-US" b="1">
                <a:solidFill>
                  <a:srgbClr val="ED514E"/>
                </a:solidFill>
                <a:latin typeface="Helvetica" panose="020B0604020202020204" pitchFamily="34" charset="0"/>
                <a:ea typeface="BIZ UDPゴシック" panose="020B0400000000000000" pitchFamily="50" charset="-128"/>
              </a:rPr>
              <a:t>強調・補助カラー</a:t>
            </a:r>
            <a:endParaRPr kumimoji="1" lang="ja-JP" altLang="en-US" b="1">
              <a:solidFill>
                <a:srgbClr val="ED514E"/>
              </a:solidFill>
              <a:latin typeface="Helvetica" panose="020B0604020202020204" pitchFamily="34" charset="0"/>
              <a:ea typeface="BIZ UDPゴシック" panose="020B0400000000000000" pitchFamily="50" charset="-128"/>
            </a:endParaRPr>
          </a:p>
        </p:txBody>
      </p:sp>
      <p:sp>
        <p:nvSpPr>
          <p:cNvPr id="62" name="テキスト ボックス 61">
            <a:extLst>
              <a:ext uri="{FF2B5EF4-FFF2-40B4-BE49-F238E27FC236}">
                <a16:creationId xmlns:a16="http://schemas.microsoft.com/office/drawing/2014/main" id="{2B7F4CF2-B713-D737-3AFB-6C04FE24E8D0}"/>
              </a:ext>
            </a:extLst>
          </p:cNvPr>
          <p:cNvSpPr txBox="1"/>
          <p:nvPr/>
        </p:nvSpPr>
        <p:spPr>
          <a:xfrm>
            <a:off x="3401573" y="5012608"/>
            <a:ext cx="2907788" cy="1306961"/>
          </a:xfrm>
          <a:prstGeom prst="rect">
            <a:avLst/>
          </a:prstGeom>
          <a:noFill/>
        </p:spPr>
        <p:txBody>
          <a:bodyPr wrap="square" lIns="0" tIns="0" rIns="0" bIns="0" rtlCol="0">
            <a:spAutoFit/>
          </a:bodyPr>
          <a:lstStyle/>
          <a:p>
            <a:pPr marL="171450" indent="-171450">
              <a:lnSpc>
                <a:spcPct val="120000"/>
              </a:lnSpc>
              <a:buFont typeface="Arial" panose="020B0604020202020204" pitchFamily="34" charset="0"/>
              <a:buChar char="•"/>
            </a:pPr>
            <a:r>
              <a:rPr kumimoji="1" lang="ja-JP" altLang="en-US" sz="1200">
                <a:solidFill>
                  <a:schemeClr val="tx1">
                    <a:lumMod val="65000"/>
                    <a:lumOff val="35000"/>
                  </a:schemeClr>
                </a:solidFill>
                <a:latin typeface="Helvetica" panose="020B0604020202020204" pitchFamily="34" charset="0"/>
                <a:ea typeface="BIZ UDPゴシック" panose="020B0400000000000000" pitchFamily="50" charset="-128"/>
              </a:rPr>
              <a:t>ポイントカラーはグラフなどで強調したい領域、数字テキストやコメントに使用する</a:t>
            </a:r>
            <a:endParaRPr kumimoji="1" lang="en-US" altLang="ja-JP" sz="1200">
              <a:solidFill>
                <a:schemeClr val="tx1">
                  <a:lumMod val="65000"/>
                  <a:lumOff val="35000"/>
                </a:schemeClr>
              </a:solidFill>
              <a:latin typeface="Helvetica" panose="020B0604020202020204" pitchFamily="34" charset="0"/>
              <a:ea typeface="BIZ UDPゴシック" panose="020B0400000000000000" pitchFamily="50" charset="-128"/>
            </a:endParaRPr>
          </a:p>
          <a:p>
            <a:pPr marL="171450" indent="-171450">
              <a:lnSpc>
                <a:spcPct val="120000"/>
              </a:lnSpc>
              <a:buFont typeface="Arial" panose="020B0604020202020204" pitchFamily="34" charset="0"/>
              <a:buChar char="•"/>
            </a:pPr>
            <a:r>
              <a:rPr lang="ja-JP" altLang="en-US" sz="1200">
                <a:solidFill>
                  <a:schemeClr val="tx1">
                    <a:lumMod val="65000"/>
                    <a:lumOff val="35000"/>
                  </a:schemeClr>
                </a:solidFill>
                <a:latin typeface="Helvetica" panose="020B0604020202020204" pitchFamily="34" charset="0"/>
                <a:ea typeface="BIZ UDPゴシック" panose="020B0400000000000000" pitchFamily="50" charset="-128"/>
              </a:rPr>
              <a:t>桜色はグラフ等でやや目線を落としてもらいたい箇所などで利用</a:t>
            </a:r>
            <a:endParaRPr lang="en-US" altLang="ja-JP" sz="1200">
              <a:solidFill>
                <a:schemeClr val="tx1">
                  <a:lumMod val="65000"/>
                  <a:lumOff val="35000"/>
                </a:schemeClr>
              </a:solidFill>
              <a:latin typeface="Helvetica" panose="020B0604020202020204" pitchFamily="34" charset="0"/>
              <a:ea typeface="BIZ UDPゴシック" panose="020B0400000000000000" pitchFamily="50" charset="-128"/>
            </a:endParaRPr>
          </a:p>
          <a:p>
            <a:pPr marL="171450" indent="-171450">
              <a:lnSpc>
                <a:spcPct val="120000"/>
              </a:lnSpc>
              <a:buFont typeface="Arial" panose="020B0604020202020204" pitchFamily="34" charset="0"/>
              <a:buChar char="•"/>
            </a:pPr>
            <a:r>
              <a:rPr kumimoji="1" lang="ja-JP" altLang="en-US" sz="1200">
                <a:solidFill>
                  <a:schemeClr val="tx1">
                    <a:lumMod val="65000"/>
                    <a:lumOff val="35000"/>
                  </a:schemeClr>
                </a:solidFill>
                <a:latin typeface="Helvetica" panose="020B0604020202020204" pitchFamily="34" charset="0"/>
                <a:ea typeface="BIZ UDPゴシック" panose="020B0400000000000000" pitchFamily="50" charset="-128"/>
              </a:rPr>
              <a:t>サブカラーは基調カラーとセットで表示する補色系など</a:t>
            </a:r>
          </a:p>
        </p:txBody>
      </p:sp>
      <p:cxnSp>
        <p:nvCxnSpPr>
          <p:cNvPr id="65" name="直線コネクタ 64">
            <a:extLst>
              <a:ext uri="{FF2B5EF4-FFF2-40B4-BE49-F238E27FC236}">
                <a16:creationId xmlns:a16="http://schemas.microsoft.com/office/drawing/2014/main" id="{3914DD4D-A120-5EE0-C200-8B7EE53E20D1}"/>
              </a:ext>
            </a:extLst>
          </p:cNvPr>
          <p:cNvCxnSpPr>
            <a:cxnSpLocks/>
          </p:cNvCxnSpPr>
          <p:nvPr/>
        </p:nvCxnSpPr>
        <p:spPr>
          <a:xfrm>
            <a:off x="6583680" y="2454889"/>
            <a:ext cx="0" cy="408997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8" name="テキスト ボックス 67">
            <a:extLst>
              <a:ext uri="{FF2B5EF4-FFF2-40B4-BE49-F238E27FC236}">
                <a16:creationId xmlns:a16="http://schemas.microsoft.com/office/drawing/2014/main" id="{9CA579AF-1978-AB68-EB74-87C36D5AD414}"/>
              </a:ext>
            </a:extLst>
          </p:cNvPr>
          <p:cNvSpPr txBox="1"/>
          <p:nvPr/>
        </p:nvSpPr>
        <p:spPr>
          <a:xfrm>
            <a:off x="7929908" y="2816399"/>
            <a:ext cx="1249715" cy="184666"/>
          </a:xfrm>
          <a:prstGeom prst="rect">
            <a:avLst/>
          </a:prstGeom>
          <a:noFill/>
        </p:spPr>
        <p:txBody>
          <a:bodyPr wrap="square" lIns="0" tIns="0" rIns="0" bIns="0" rtlCol="0">
            <a:spAutoFit/>
          </a:bodyPr>
          <a:lstStyle/>
          <a:p>
            <a:pPr algn="l"/>
            <a:r>
              <a:rPr lang="en-US" altLang="ja-JP" sz="1200" b="1" i="0" u="none" strike="noStrike" baseline="0">
                <a:solidFill>
                  <a:srgbClr val="2B5B8A"/>
                </a:solidFill>
                <a:latin typeface="TBGoStdB-Normal" panose="020B0600000000000000" pitchFamily="34" charset="-128"/>
                <a:ea typeface="TBGoStdB-Normal" panose="020B0600000000000000" pitchFamily="34" charset="-128"/>
              </a:rPr>
              <a:t>#1F4E79</a:t>
            </a:r>
          </a:p>
        </p:txBody>
      </p:sp>
      <p:sp>
        <p:nvSpPr>
          <p:cNvPr id="70" name="テキスト ボックス 69">
            <a:extLst>
              <a:ext uri="{FF2B5EF4-FFF2-40B4-BE49-F238E27FC236}">
                <a16:creationId xmlns:a16="http://schemas.microsoft.com/office/drawing/2014/main" id="{75E0C466-B50A-0A70-DE28-8A0DE4B7590D}"/>
              </a:ext>
            </a:extLst>
          </p:cNvPr>
          <p:cNvSpPr txBox="1"/>
          <p:nvPr/>
        </p:nvSpPr>
        <p:spPr>
          <a:xfrm>
            <a:off x="9163497" y="2644181"/>
            <a:ext cx="2068130" cy="298415"/>
          </a:xfrm>
          <a:prstGeom prst="rect">
            <a:avLst/>
          </a:prstGeom>
          <a:noFill/>
        </p:spPr>
        <p:txBody>
          <a:bodyPr wrap="square" lIns="0" tIns="0" rIns="0" bIns="0" rtlCol="0">
            <a:spAutoFit/>
          </a:bodyPr>
          <a:lstStyle/>
          <a:p>
            <a:pPr>
              <a:lnSpc>
                <a:spcPct val="120000"/>
              </a:lnSpc>
            </a:pPr>
            <a:r>
              <a:rPr lang="ja-JP" altLang="en-US" b="1">
                <a:solidFill>
                  <a:srgbClr val="2B5B8A"/>
                </a:solidFill>
                <a:latin typeface="Helvetica" panose="020B0604020202020204" pitchFamily="34" charset="0"/>
                <a:ea typeface="BIZ UDPゴシック" panose="020B0400000000000000" pitchFamily="50" charset="-128"/>
              </a:rPr>
              <a:t>図解</a:t>
            </a:r>
            <a:r>
              <a:rPr lang="en-US" altLang="ja-JP" b="1">
                <a:solidFill>
                  <a:srgbClr val="2B5B8A"/>
                </a:solidFill>
                <a:latin typeface="Helvetica" panose="020B0604020202020204" pitchFamily="34" charset="0"/>
                <a:ea typeface="BIZ UDPゴシック" panose="020B0400000000000000" pitchFamily="50" charset="-128"/>
              </a:rPr>
              <a:t>/</a:t>
            </a:r>
            <a:r>
              <a:rPr lang="ja-JP" altLang="en-US" b="1">
                <a:solidFill>
                  <a:srgbClr val="2B5B8A"/>
                </a:solidFill>
                <a:latin typeface="Helvetica" panose="020B0604020202020204" pitchFamily="34" charset="0"/>
                <a:ea typeface="BIZ UDPゴシック" panose="020B0400000000000000" pitchFamily="50" charset="-128"/>
              </a:rPr>
              <a:t>グラフカラー</a:t>
            </a:r>
            <a:endParaRPr kumimoji="1" lang="ja-JP" altLang="en-US" b="1">
              <a:solidFill>
                <a:srgbClr val="2B5B8A"/>
              </a:solidFill>
              <a:latin typeface="Helvetica" panose="020B0604020202020204" pitchFamily="34" charset="0"/>
              <a:ea typeface="BIZ UDPゴシック" panose="020B0400000000000000" pitchFamily="50" charset="-128"/>
            </a:endParaRPr>
          </a:p>
        </p:txBody>
      </p:sp>
      <p:sp>
        <p:nvSpPr>
          <p:cNvPr id="71" name="テキスト ボックス 70">
            <a:extLst>
              <a:ext uri="{FF2B5EF4-FFF2-40B4-BE49-F238E27FC236}">
                <a16:creationId xmlns:a16="http://schemas.microsoft.com/office/drawing/2014/main" id="{BDFDAF49-1AE5-031A-57E2-596701ADBF5E}"/>
              </a:ext>
            </a:extLst>
          </p:cNvPr>
          <p:cNvSpPr txBox="1"/>
          <p:nvPr/>
        </p:nvSpPr>
        <p:spPr>
          <a:xfrm>
            <a:off x="9179623" y="3027232"/>
            <a:ext cx="2300285" cy="642163"/>
          </a:xfrm>
          <a:prstGeom prst="rect">
            <a:avLst/>
          </a:prstGeom>
          <a:noFill/>
        </p:spPr>
        <p:txBody>
          <a:bodyPr wrap="square" lIns="0" tIns="0" rIns="0" bIns="0" rtlCol="0">
            <a:spAutoFit/>
          </a:bodyPr>
          <a:lstStyle/>
          <a:p>
            <a:pPr marL="171450" indent="-171450">
              <a:lnSpc>
                <a:spcPct val="120000"/>
              </a:lnSpc>
              <a:buFont typeface="Arial" panose="020B0604020202020204" pitchFamily="34" charset="0"/>
              <a:buChar char="•"/>
            </a:pPr>
            <a:r>
              <a:rPr lang="ja-JP" altLang="en-US" sz="1200">
                <a:solidFill>
                  <a:schemeClr val="tx1">
                    <a:lumMod val="65000"/>
                    <a:lumOff val="35000"/>
                  </a:schemeClr>
                </a:solidFill>
                <a:latin typeface="Helvetica" panose="020B0604020202020204" pitchFamily="34" charset="0"/>
                <a:ea typeface="BIZ UDPゴシック" panose="020B0400000000000000" pitchFamily="50" charset="-128"/>
              </a:rPr>
              <a:t>ロゴ基調カラーよりもビビットではなく図解やグラフ用に強弱をつけて表現する際に使用する</a:t>
            </a:r>
            <a:endParaRPr kumimoji="1" lang="en-US" altLang="ja-JP" sz="1200">
              <a:solidFill>
                <a:schemeClr val="tx1">
                  <a:lumMod val="65000"/>
                  <a:lumOff val="35000"/>
                </a:schemeClr>
              </a:solidFill>
              <a:latin typeface="Helvetica" panose="020B0604020202020204" pitchFamily="34" charset="0"/>
              <a:ea typeface="BIZ UDPゴシック" panose="020B0400000000000000" pitchFamily="50" charset="-128"/>
            </a:endParaRPr>
          </a:p>
        </p:txBody>
      </p:sp>
      <p:grpSp>
        <p:nvGrpSpPr>
          <p:cNvPr id="90" name="グループ化 89">
            <a:extLst>
              <a:ext uri="{FF2B5EF4-FFF2-40B4-BE49-F238E27FC236}">
                <a16:creationId xmlns:a16="http://schemas.microsoft.com/office/drawing/2014/main" id="{16A4D39C-A53C-C1D4-7F9E-2B486498CD2F}"/>
              </a:ext>
            </a:extLst>
          </p:cNvPr>
          <p:cNvGrpSpPr/>
          <p:nvPr/>
        </p:nvGrpSpPr>
        <p:grpSpPr>
          <a:xfrm>
            <a:off x="6858000" y="5343110"/>
            <a:ext cx="4089520" cy="769681"/>
            <a:chOff x="6789944" y="5376873"/>
            <a:chExt cx="4089520" cy="769681"/>
          </a:xfrm>
        </p:grpSpPr>
        <p:sp>
          <p:nvSpPr>
            <p:cNvPr id="73" name="四角形: 角を丸くする 72">
              <a:extLst>
                <a:ext uri="{FF2B5EF4-FFF2-40B4-BE49-F238E27FC236}">
                  <a16:creationId xmlns:a16="http://schemas.microsoft.com/office/drawing/2014/main" id="{3686BE35-C361-A46B-A898-FA9712AD00DC}"/>
                </a:ext>
              </a:extLst>
            </p:cNvPr>
            <p:cNvSpPr/>
            <p:nvPr/>
          </p:nvSpPr>
          <p:spPr>
            <a:xfrm>
              <a:off x="7222107" y="5782755"/>
              <a:ext cx="380908" cy="363798"/>
            </a:xfrm>
            <a:prstGeom prst="roundRect">
              <a:avLst>
                <a:gd name="adj" fmla="val 5275"/>
              </a:avLst>
            </a:prstGeom>
            <a:solidFill>
              <a:srgbClr val="EFE1C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74" name="四角形: 角を丸くする 73">
              <a:extLst>
                <a:ext uri="{FF2B5EF4-FFF2-40B4-BE49-F238E27FC236}">
                  <a16:creationId xmlns:a16="http://schemas.microsoft.com/office/drawing/2014/main" id="{6B183890-7469-E150-FA79-59A59527A60B}"/>
                </a:ext>
              </a:extLst>
            </p:cNvPr>
            <p:cNvSpPr/>
            <p:nvPr/>
          </p:nvSpPr>
          <p:spPr>
            <a:xfrm>
              <a:off x="6793610" y="5782756"/>
              <a:ext cx="380908" cy="363798"/>
            </a:xfrm>
            <a:prstGeom prst="roundRect">
              <a:avLst>
                <a:gd name="adj" fmla="val 5275"/>
              </a:avLst>
            </a:prstGeom>
            <a:solidFill>
              <a:srgbClr val="0086C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75" name="四角形: 角を丸くする 74">
              <a:extLst>
                <a:ext uri="{FF2B5EF4-FFF2-40B4-BE49-F238E27FC236}">
                  <a16:creationId xmlns:a16="http://schemas.microsoft.com/office/drawing/2014/main" id="{3B6DDF65-A010-D89F-D270-7A58AC054EB5}"/>
                </a:ext>
              </a:extLst>
            </p:cNvPr>
            <p:cNvSpPr/>
            <p:nvPr/>
          </p:nvSpPr>
          <p:spPr>
            <a:xfrm>
              <a:off x="6789944" y="5379614"/>
              <a:ext cx="380908" cy="363798"/>
            </a:xfrm>
            <a:prstGeom prst="roundRect">
              <a:avLst>
                <a:gd name="adj" fmla="val 5275"/>
              </a:avLst>
            </a:prstGeom>
            <a:solidFill>
              <a:srgbClr val="00396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76" name="四角形: 角を丸くする 75">
              <a:extLst>
                <a:ext uri="{FF2B5EF4-FFF2-40B4-BE49-F238E27FC236}">
                  <a16:creationId xmlns:a16="http://schemas.microsoft.com/office/drawing/2014/main" id="{AB25EB1D-DF37-3230-D2B6-6F5BE56570A7}"/>
                </a:ext>
              </a:extLst>
            </p:cNvPr>
            <p:cNvSpPr/>
            <p:nvPr/>
          </p:nvSpPr>
          <p:spPr>
            <a:xfrm>
              <a:off x="7230535" y="5379613"/>
              <a:ext cx="380908" cy="363798"/>
            </a:xfrm>
            <a:prstGeom prst="roundRect">
              <a:avLst>
                <a:gd name="adj" fmla="val 5275"/>
              </a:avLst>
            </a:prstGeom>
            <a:solidFill>
              <a:srgbClr val="8BCDF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77" name="四角形: 角を丸くする 76">
              <a:extLst>
                <a:ext uri="{FF2B5EF4-FFF2-40B4-BE49-F238E27FC236}">
                  <a16:creationId xmlns:a16="http://schemas.microsoft.com/office/drawing/2014/main" id="{841CC98A-F2DB-0BEB-CA0B-EF8180661B76}"/>
                </a:ext>
              </a:extLst>
            </p:cNvPr>
            <p:cNvSpPr/>
            <p:nvPr/>
          </p:nvSpPr>
          <p:spPr>
            <a:xfrm>
              <a:off x="8301112" y="5782755"/>
              <a:ext cx="380908" cy="363798"/>
            </a:xfrm>
            <a:prstGeom prst="roundRect">
              <a:avLst>
                <a:gd name="adj" fmla="val 5275"/>
              </a:avLst>
            </a:prstGeom>
            <a:solidFill>
              <a:srgbClr val="FF9F9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78" name="四角形: 角を丸くする 77">
              <a:extLst>
                <a:ext uri="{FF2B5EF4-FFF2-40B4-BE49-F238E27FC236}">
                  <a16:creationId xmlns:a16="http://schemas.microsoft.com/office/drawing/2014/main" id="{E0441776-804F-0662-7400-E4A242CBC3BD}"/>
                </a:ext>
              </a:extLst>
            </p:cNvPr>
            <p:cNvSpPr/>
            <p:nvPr/>
          </p:nvSpPr>
          <p:spPr>
            <a:xfrm>
              <a:off x="7872616" y="5782756"/>
              <a:ext cx="380908" cy="363798"/>
            </a:xfrm>
            <a:prstGeom prst="roundRect">
              <a:avLst>
                <a:gd name="adj" fmla="val 5275"/>
              </a:avLst>
            </a:prstGeom>
            <a:solidFill>
              <a:srgbClr val="0086C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79" name="四角形: 角を丸くする 78">
              <a:extLst>
                <a:ext uri="{FF2B5EF4-FFF2-40B4-BE49-F238E27FC236}">
                  <a16:creationId xmlns:a16="http://schemas.microsoft.com/office/drawing/2014/main" id="{BE88785C-FC35-0107-27D0-4AAAC4CC036A}"/>
                </a:ext>
              </a:extLst>
            </p:cNvPr>
            <p:cNvSpPr/>
            <p:nvPr/>
          </p:nvSpPr>
          <p:spPr>
            <a:xfrm>
              <a:off x="7868949" y="5379614"/>
              <a:ext cx="380908" cy="363798"/>
            </a:xfrm>
            <a:prstGeom prst="roundRect">
              <a:avLst>
                <a:gd name="adj" fmla="val 5275"/>
              </a:avLst>
            </a:prstGeom>
            <a:solidFill>
              <a:srgbClr val="00396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80" name="四角形: 角を丸くする 79">
              <a:extLst>
                <a:ext uri="{FF2B5EF4-FFF2-40B4-BE49-F238E27FC236}">
                  <a16:creationId xmlns:a16="http://schemas.microsoft.com/office/drawing/2014/main" id="{3D2D2512-65BA-57EF-47FC-7ED0C6B0FC36}"/>
                </a:ext>
              </a:extLst>
            </p:cNvPr>
            <p:cNvSpPr/>
            <p:nvPr/>
          </p:nvSpPr>
          <p:spPr>
            <a:xfrm>
              <a:off x="8309541" y="5379613"/>
              <a:ext cx="380908" cy="363798"/>
            </a:xfrm>
            <a:prstGeom prst="roundRect">
              <a:avLst>
                <a:gd name="adj" fmla="val 5275"/>
              </a:avLst>
            </a:prstGeom>
            <a:solidFill>
              <a:srgbClr val="ED514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81" name="四角形: 角を丸くする 80">
              <a:extLst>
                <a:ext uri="{FF2B5EF4-FFF2-40B4-BE49-F238E27FC236}">
                  <a16:creationId xmlns:a16="http://schemas.microsoft.com/office/drawing/2014/main" id="{AF19D47C-7885-B6CB-0EC0-0F196F074D48}"/>
                </a:ext>
              </a:extLst>
            </p:cNvPr>
            <p:cNvSpPr/>
            <p:nvPr/>
          </p:nvSpPr>
          <p:spPr>
            <a:xfrm>
              <a:off x="9376452" y="5782755"/>
              <a:ext cx="380908" cy="363798"/>
            </a:xfrm>
            <a:prstGeom prst="roundRect">
              <a:avLst>
                <a:gd name="adj" fmla="val 5275"/>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82" name="四角形: 角を丸くする 81">
              <a:extLst>
                <a:ext uri="{FF2B5EF4-FFF2-40B4-BE49-F238E27FC236}">
                  <a16:creationId xmlns:a16="http://schemas.microsoft.com/office/drawing/2014/main" id="{696A1916-2718-8413-DC58-C92CC91CB1BD}"/>
                </a:ext>
              </a:extLst>
            </p:cNvPr>
            <p:cNvSpPr/>
            <p:nvPr/>
          </p:nvSpPr>
          <p:spPr>
            <a:xfrm>
              <a:off x="8947955" y="5782755"/>
              <a:ext cx="380908" cy="363798"/>
            </a:xfrm>
            <a:prstGeom prst="roundRect">
              <a:avLst>
                <a:gd name="adj" fmla="val 5275"/>
              </a:avLst>
            </a:prstGeom>
            <a:solidFill>
              <a:srgbClr val="0086C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83" name="四角形: 角を丸くする 82">
              <a:extLst>
                <a:ext uri="{FF2B5EF4-FFF2-40B4-BE49-F238E27FC236}">
                  <a16:creationId xmlns:a16="http://schemas.microsoft.com/office/drawing/2014/main" id="{8DA615BB-D2A2-7A04-1C13-551FD16E59DA}"/>
                </a:ext>
              </a:extLst>
            </p:cNvPr>
            <p:cNvSpPr/>
            <p:nvPr/>
          </p:nvSpPr>
          <p:spPr>
            <a:xfrm>
              <a:off x="8944289" y="5379613"/>
              <a:ext cx="380908" cy="363798"/>
            </a:xfrm>
            <a:prstGeom prst="roundRect">
              <a:avLst>
                <a:gd name="adj" fmla="val 5275"/>
              </a:avLst>
            </a:prstGeom>
            <a:solidFill>
              <a:srgbClr val="00396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84" name="四角形: 角を丸くする 83">
              <a:extLst>
                <a:ext uri="{FF2B5EF4-FFF2-40B4-BE49-F238E27FC236}">
                  <a16:creationId xmlns:a16="http://schemas.microsoft.com/office/drawing/2014/main" id="{961C2287-4908-583B-48D9-73A9D702FCE3}"/>
                </a:ext>
              </a:extLst>
            </p:cNvPr>
            <p:cNvSpPr/>
            <p:nvPr/>
          </p:nvSpPr>
          <p:spPr>
            <a:xfrm>
              <a:off x="9384880" y="5379613"/>
              <a:ext cx="380908" cy="363798"/>
            </a:xfrm>
            <a:prstGeom prst="roundRect">
              <a:avLst>
                <a:gd name="adj" fmla="val 5275"/>
              </a:avLst>
            </a:prstGeom>
            <a:solidFill>
              <a:srgbClr val="59595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86" name="四角形: 角を丸くする 85">
              <a:extLst>
                <a:ext uri="{FF2B5EF4-FFF2-40B4-BE49-F238E27FC236}">
                  <a16:creationId xmlns:a16="http://schemas.microsoft.com/office/drawing/2014/main" id="{7F23E19E-B8CD-F3A4-871E-2CD7AF35E20C}"/>
                </a:ext>
              </a:extLst>
            </p:cNvPr>
            <p:cNvSpPr/>
            <p:nvPr/>
          </p:nvSpPr>
          <p:spPr>
            <a:xfrm>
              <a:off x="10490128" y="5780015"/>
              <a:ext cx="380908" cy="363798"/>
            </a:xfrm>
            <a:prstGeom prst="roundRect">
              <a:avLst>
                <a:gd name="adj" fmla="val 5275"/>
              </a:avLst>
            </a:prstGeom>
            <a:solidFill>
              <a:srgbClr val="F6E5C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87" name="四角形: 角を丸くする 86">
              <a:extLst>
                <a:ext uri="{FF2B5EF4-FFF2-40B4-BE49-F238E27FC236}">
                  <a16:creationId xmlns:a16="http://schemas.microsoft.com/office/drawing/2014/main" id="{A01C876F-9FA3-51A6-C128-3A4544D88DA7}"/>
                </a:ext>
              </a:extLst>
            </p:cNvPr>
            <p:cNvSpPr/>
            <p:nvPr/>
          </p:nvSpPr>
          <p:spPr>
            <a:xfrm>
              <a:off x="10061631" y="5780015"/>
              <a:ext cx="380908" cy="363798"/>
            </a:xfrm>
            <a:prstGeom prst="roundRect">
              <a:avLst>
                <a:gd name="adj" fmla="val 5275"/>
              </a:avLst>
            </a:prstGeom>
            <a:solidFill>
              <a:srgbClr val="97C1D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88" name="四角形: 角を丸くする 87">
              <a:extLst>
                <a:ext uri="{FF2B5EF4-FFF2-40B4-BE49-F238E27FC236}">
                  <a16:creationId xmlns:a16="http://schemas.microsoft.com/office/drawing/2014/main" id="{7EED47E8-E98F-91ED-7F67-1E832AC42C47}"/>
                </a:ext>
              </a:extLst>
            </p:cNvPr>
            <p:cNvSpPr/>
            <p:nvPr/>
          </p:nvSpPr>
          <p:spPr>
            <a:xfrm>
              <a:off x="10057965" y="5376873"/>
              <a:ext cx="380908" cy="363798"/>
            </a:xfrm>
            <a:prstGeom prst="roundRect">
              <a:avLst>
                <a:gd name="adj" fmla="val 5275"/>
              </a:avLst>
            </a:prstGeom>
            <a:solidFill>
              <a:srgbClr val="2B5B8A"/>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89" name="四角形: 角を丸くする 88">
              <a:extLst>
                <a:ext uri="{FF2B5EF4-FFF2-40B4-BE49-F238E27FC236}">
                  <a16:creationId xmlns:a16="http://schemas.microsoft.com/office/drawing/2014/main" id="{420744D5-36DD-D7D0-BCD0-7508E2DAC0B9}"/>
                </a:ext>
              </a:extLst>
            </p:cNvPr>
            <p:cNvSpPr/>
            <p:nvPr/>
          </p:nvSpPr>
          <p:spPr>
            <a:xfrm>
              <a:off x="10498556" y="5376873"/>
              <a:ext cx="380908" cy="363798"/>
            </a:xfrm>
            <a:prstGeom prst="roundRect">
              <a:avLst>
                <a:gd name="adj" fmla="val 5275"/>
              </a:avLst>
            </a:prstGeom>
            <a:solidFill>
              <a:srgbClr val="ED514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grpSp>
      <p:sp>
        <p:nvSpPr>
          <p:cNvPr id="91" name="テキスト ボックス 90">
            <a:extLst>
              <a:ext uri="{FF2B5EF4-FFF2-40B4-BE49-F238E27FC236}">
                <a16:creationId xmlns:a16="http://schemas.microsoft.com/office/drawing/2014/main" id="{B35622FE-7B91-5DE9-1908-3BFEBB0622E1}"/>
              </a:ext>
            </a:extLst>
          </p:cNvPr>
          <p:cNvSpPr txBox="1"/>
          <p:nvPr/>
        </p:nvSpPr>
        <p:spPr>
          <a:xfrm>
            <a:off x="6827556" y="4705399"/>
            <a:ext cx="2938232" cy="298415"/>
          </a:xfrm>
          <a:prstGeom prst="rect">
            <a:avLst/>
          </a:prstGeom>
          <a:noFill/>
        </p:spPr>
        <p:txBody>
          <a:bodyPr wrap="square" lIns="0" tIns="0" rIns="0" bIns="0" rtlCol="0">
            <a:spAutoFit/>
          </a:bodyPr>
          <a:lstStyle/>
          <a:p>
            <a:pPr>
              <a:lnSpc>
                <a:spcPct val="120000"/>
              </a:lnSpc>
            </a:pPr>
            <a:r>
              <a:rPr kumimoji="1" lang="ja-JP" altLang="en-US">
                <a:solidFill>
                  <a:schemeClr val="tx1">
                    <a:lumMod val="50000"/>
                    <a:lumOff val="50000"/>
                  </a:schemeClr>
                </a:solidFill>
                <a:latin typeface="Helvetica" panose="020B0604020202020204" pitchFamily="34" charset="0"/>
                <a:ea typeface="BIZ UDPゴシック" panose="020B0400000000000000" pitchFamily="50" charset="-128"/>
              </a:rPr>
              <a:t>配色組み合わせパターン例</a:t>
            </a:r>
          </a:p>
        </p:txBody>
      </p:sp>
      <p:sp>
        <p:nvSpPr>
          <p:cNvPr id="92" name="テキスト ボックス 91">
            <a:extLst>
              <a:ext uri="{FF2B5EF4-FFF2-40B4-BE49-F238E27FC236}">
                <a16:creationId xmlns:a16="http://schemas.microsoft.com/office/drawing/2014/main" id="{31AF7562-5E9F-6ADE-1359-4058CB109B9D}"/>
              </a:ext>
            </a:extLst>
          </p:cNvPr>
          <p:cNvSpPr txBox="1"/>
          <p:nvPr/>
        </p:nvSpPr>
        <p:spPr>
          <a:xfrm>
            <a:off x="532661" y="322928"/>
            <a:ext cx="4445739" cy="298415"/>
          </a:xfrm>
          <a:prstGeom prst="rect">
            <a:avLst/>
          </a:prstGeom>
          <a:noFill/>
        </p:spPr>
        <p:txBody>
          <a:bodyPr wrap="square" lIns="0" tIns="0" rIns="0" bIns="0" rtlCol="0">
            <a:spAutoFit/>
          </a:bodyPr>
          <a:lstStyle/>
          <a:p>
            <a:pPr>
              <a:lnSpc>
                <a:spcPct val="120000"/>
              </a:lnSpc>
            </a:pPr>
            <a:r>
              <a:rPr lang="ja-JP" altLang="en-US" b="1">
                <a:solidFill>
                  <a:schemeClr val="tx1">
                    <a:lumMod val="50000"/>
                    <a:lumOff val="50000"/>
                  </a:schemeClr>
                </a:solidFill>
                <a:latin typeface="Helvetica" panose="020B0604020202020204" pitchFamily="34" charset="0"/>
                <a:ea typeface="BIZ UDPゴシック" panose="020B0400000000000000" pitchFamily="50" charset="-128"/>
              </a:rPr>
              <a:t>カラーチャート</a:t>
            </a:r>
            <a:endParaRPr kumimoji="1" lang="ja-JP" altLang="en-US" b="1">
              <a:solidFill>
                <a:schemeClr val="tx1">
                  <a:lumMod val="50000"/>
                  <a:lumOff val="50000"/>
                </a:schemeClr>
              </a:solidFill>
              <a:latin typeface="Helvetica" panose="020B0604020202020204" pitchFamily="34" charset="0"/>
              <a:ea typeface="BIZ UDPゴシック" panose="020B0400000000000000" pitchFamily="50" charset="-128"/>
            </a:endParaRPr>
          </a:p>
        </p:txBody>
      </p:sp>
      <p:grpSp>
        <p:nvGrpSpPr>
          <p:cNvPr id="2" name="グループ化 1">
            <a:extLst>
              <a:ext uri="{FF2B5EF4-FFF2-40B4-BE49-F238E27FC236}">
                <a16:creationId xmlns:a16="http://schemas.microsoft.com/office/drawing/2014/main" id="{A2AADE86-A304-01C2-904E-8C41E03A170B}"/>
              </a:ext>
            </a:extLst>
          </p:cNvPr>
          <p:cNvGrpSpPr/>
          <p:nvPr/>
        </p:nvGrpSpPr>
        <p:grpSpPr>
          <a:xfrm>
            <a:off x="6983189" y="322930"/>
            <a:ext cx="3346500" cy="298414"/>
            <a:chOff x="8611565" y="-11405"/>
            <a:chExt cx="3346500" cy="298414"/>
          </a:xfrm>
        </p:grpSpPr>
        <p:sp>
          <p:nvSpPr>
            <p:cNvPr id="3" name="四角形: 角を丸くする 2">
              <a:extLst>
                <a:ext uri="{FF2B5EF4-FFF2-40B4-BE49-F238E27FC236}">
                  <a16:creationId xmlns:a16="http://schemas.microsoft.com/office/drawing/2014/main" id="{1BC8097B-8CF0-8B99-C811-F8A27F9297F0}"/>
                </a:ext>
              </a:extLst>
            </p:cNvPr>
            <p:cNvSpPr/>
            <p:nvPr/>
          </p:nvSpPr>
          <p:spPr>
            <a:xfrm rot="16200000">
              <a:off x="9238178" y="48729"/>
              <a:ext cx="298414" cy="178146"/>
            </a:xfrm>
            <a:prstGeom prst="roundRect">
              <a:avLst>
                <a:gd name="adj" fmla="val 5275"/>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5" name="四角形: 角を丸くする 4">
              <a:extLst>
                <a:ext uri="{FF2B5EF4-FFF2-40B4-BE49-F238E27FC236}">
                  <a16:creationId xmlns:a16="http://schemas.microsoft.com/office/drawing/2014/main" id="{01F2913C-50F5-42C6-1B8E-D9944D2F1A63}"/>
                </a:ext>
              </a:extLst>
            </p:cNvPr>
            <p:cNvSpPr/>
            <p:nvPr/>
          </p:nvSpPr>
          <p:spPr>
            <a:xfrm rot="16200000">
              <a:off x="9477208" y="48729"/>
              <a:ext cx="298414" cy="178146"/>
            </a:xfrm>
            <a:prstGeom prst="roundRect">
              <a:avLst>
                <a:gd name="adj" fmla="val 5275"/>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6" name="四角形: 角を丸くする 5">
              <a:extLst>
                <a:ext uri="{FF2B5EF4-FFF2-40B4-BE49-F238E27FC236}">
                  <a16:creationId xmlns:a16="http://schemas.microsoft.com/office/drawing/2014/main" id="{BD128E8B-CFA3-5F2C-5857-D8DB63334CBA}"/>
                </a:ext>
              </a:extLst>
            </p:cNvPr>
            <p:cNvSpPr/>
            <p:nvPr/>
          </p:nvSpPr>
          <p:spPr>
            <a:xfrm rot="16200000">
              <a:off x="10702512" y="48753"/>
              <a:ext cx="298414" cy="178097"/>
            </a:xfrm>
            <a:prstGeom prst="roundRect">
              <a:avLst>
                <a:gd name="adj" fmla="val 5275"/>
              </a:avLst>
            </a:prstGeom>
            <a:solidFill>
              <a:srgbClr val="59595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7" name="四角形: 角を丸くする 6">
              <a:extLst>
                <a:ext uri="{FF2B5EF4-FFF2-40B4-BE49-F238E27FC236}">
                  <a16:creationId xmlns:a16="http://schemas.microsoft.com/office/drawing/2014/main" id="{2CFF6175-E433-492F-0DA3-D6343AC1AEB6}"/>
                </a:ext>
              </a:extLst>
            </p:cNvPr>
            <p:cNvSpPr/>
            <p:nvPr/>
          </p:nvSpPr>
          <p:spPr>
            <a:xfrm rot="16200000">
              <a:off x="10941591" y="48753"/>
              <a:ext cx="298414" cy="178097"/>
            </a:xfrm>
            <a:prstGeom prst="roundRect">
              <a:avLst>
                <a:gd name="adj" fmla="val 5275"/>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8" name="四角形: 角を丸くする 7">
              <a:extLst>
                <a:ext uri="{FF2B5EF4-FFF2-40B4-BE49-F238E27FC236}">
                  <a16:creationId xmlns:a16="http://schemas.microsoft.com/office/drawing/2014/main" id="{E101B2EC-BB1A-E9D8-C7E3-7D5F7A31A4F7}"/>
                </a:ext>
              </a:extLst>
            </p:cNvPr>
            <p:cNvSpPr/>
            <p:nvPr/>
          </p:nvSpPr>
          <p:spPr>
            <a:xfrm rot="16200000">
              <a:off x="10463433" y="48753"/>
              <a:ext cx="298414" cy="178097"/>
            </a:xfrm>
            <a:prstGeom prst="roundRect">
              <a:avLst>
                <a:gd name="adj" fmla="val 5275"/>
              </a:avLst>
            </a:prstGeom>
            <a:solidFill>
              <a:schemeClr val="tx1"/>
            </a:solidFill>
            <a:ln>
              <a:solidFill>
                <a:srgbClr val="033865"/>
              </a:solid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9" name="四角形: 角を丸くする 8">
              <a:extLst>
                <a:ext uri="{FF2B5EF4-FFF2-40B4-BE49-F238E27FC236}">
                  <a16:creationId xmlns:a16="http://schemas.microsoft.com/office/drawing/2014/main" id="{16C951C4-933D-1B96-5366-40AB0C0BCCAB}"/>
                </a:ext>
              </a:extLst>
            </p:cNvPr>
            <p:cNvSpPr/>
            <p:nvPr/>
          </p:nvSpPr>
          <p:spPr>
            <a:xfrm rot="16200000">
              <a:off x="11719810" y="48753"/>
              <a:ext cx="298414" cy="178097"/>
            </a:xfrm>
            <a:prstGeom prst="roundRect">
              <a:avLst>
                <a:gd name="adj" fmla="val 5275"/>
              </a:avLst>
            </a:prstGeom>
            <a:solidFill>
              <a:srgbClr val="F6E5C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13" name="四角形: 角を丸くする 12">
              <a:extLst>
                <a:ext uri="{FF2B5EF4-FFF2-40B4-BE49-F238E27FC236}">
                  <a16:creationId xmlns:a16="http://schemas.microsoft.com/office/drawing/2014/main" id="{F2172734-27CF-2883-2CEA-0F46916F6CDF}"/>
                </a:ext>
              </a:extLst>
            </p:cNvPr>
            <p:cNvSpPr/>
            <p:nvPr/>
          </p:nvSpPr>
          <p:spPr>
            <a:xfrm rot="16200000">
              <a:off x="11241652" y="48753"/>
              <a:ext cx="298414" cy="178097"/>
            </a:xfrm>
            <a:prstGeom prst="roundRect">
              <a:avLst>
                <a:gd name="adj" fmla="val 5275"/>
              </a:avLst>
            </a:prstGeom>
            <a:solidFill>
              <a:srgbClr val="ED514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14" name="四角形: 角を丸くする 13">
              <a:extLst>
                <a:ext uri="{FF2B5EF4-FFF2-40B4-BE49-F238E27FC236}">
                  <a16:creationId xmlns:a16="http://schemas.microsoft.com/office/drawing/2014/main" id="{E366725B-B442-129C-C125-0953466EBE80}"/>
                </a:ext>
              </a:extLst>
            </p:cNvPr>
            <p:cNvSpPr/>
            <p:nvPr/>
          </p:nvSpPr>
          <p:spPr>
            <a:xfrm rot="16200000">
              <a:off x="11480731" y="48753"/>
              <a:ext cx="298414" cy="178097"/>
            </a:xfrm>
            <a:prstGeom prst="roundRect">
              <a:avLst>
                <a:gd name="adj" fmla="val 5275"/>
              </a:avLst>
            </a:prstGeom>
            <a:solidFill>
              <a:srgbClr val="FF9F9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15" name="四角形: 角を丸くする 14">
              <a:extLst>
                <a:ext uri="{FF2B5EF4-FFF2-40B4-BE49-F238E27FC236}">
                  <a16:creationId xmlns:a16="http://schemas.microsoft.com/office/drawing/2014/main" id="{B275DCF6-8882-E75A-B6E5-9A73CAA1ADB6}"/>
                </a:ext>
              </a:extLst>
            </p:cNvPr>
            <p:cNvSpPr/>
            <p:nvPr/>
          </p:nvSpPr>
          <p:spPr>
            <a:xfrm rot="16200000">
              <a:off x="9720082" y="48729"/>
              <a:ext cx="298414" cy="178146"/>
            </a:xfrm>
            <a:prstGeom prst="roundRect">
              <a:avLst>
                <a:gd name="adj" fmla="val 5275"/>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16" name="四角形: 角を丸くする 15">
              <a:extLst>
                <a:ext uri="{FF2B5EF4-FFF2-40B4-BE49-F238E27FC236}">
                  <a16:creationId xmlns:a16="http://schemas.microsoft.com/office/drawing/2014/main" id="{BAE61089-2B25-2DC6-3525-19285EAE629E}"/>
                </a:ext>
              </a:extLst>
            </p:cNvPr>
            <p:cNvSpPr/>
            <p:nvPr/>
          </p:nvSpPr>
          <p:spPr>
            <a:xfrm rot="16200000">
              <a:off x="9963150" y="48729"/>
              <a:ext cx="298414" cy="178146"/>
            </a:xfrm>
            <a:prstGeom prst="roundRect">
              <a:avLst>
                <a:gd name="adj" fmla="val 5275"/>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17" name="四角形: 角を丸くする 16">
              <a:extLst>
                <a:ext uri="{FF2B5EF4-FFF2-40B4-BE49-F238E27FC236}">
                  <a16:creationId xmlns:a16="http://schemas.microsoft.com/office/drawing/2014/main" id="{98AD30FB-A185-FC2F-EB4C-33497F70D823}"/>
                </a:ext>
              </a:extLst>
            </p:cNvPr>
            <p:cNvSpPr/>
            <p:nvPr/>
          </p:nvSpPr>
          <p:spPr>
            <a:xfrm rot="16200000">
              <a:off x="8551407" y="48753"/>
              <a:ext cx="298414" cy="178097"/>
            </a:xfrm>
            <a:prstGeom prst="roundRect">
              <a:avLst>
                <a:gd name="adj" fmla="val 5275"/>
              </a:avLst>
            </a:prstGeom>
            <a:solidFill>
              <a:srgbClr val="003965"/>
            </a:solidFill>
            <a:ln>
              <a:solidFill>
                <a:srgbClr val="033865"/>
              </a:solid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18" name="四角形: 角を丸くする 17">
              <a:extLst>
                <a:ext uri="{FF2B5EF4-FFF2-40B4-BE49-F238E27FC236}">
                  <a16:creationId xmlns:a16="http://schemas.microsoft.com/office/drawing/2014/main" id="{9E674892-1CBB-D8FC-F203-D2B97BB287CE}"/>
                </a:ext>
              </a:extLst>
            </p:cNvPr>
            <p:cNvSpPr/>
            <p:nvPr/>
          </p:nvSpPr>
          <p:spPr>
            <a:xfrm rot="16200000">
              <a:off x="8790486" y="48753"/>
              <a:ext cx="298414" cy="178097"/>
            </a:xfrm>
            <a:prstGeom prst="roundRect">
              <a:avLst>
                <a:gd name="adj" fmla="val 5275"/>
              </a:avLst>
            </a:prstGeom>
            <a:solidFill>
              <a:srgbClr val="0086C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grpSp>
      <p:sp>
        <p:nvSpPr>
          <p:cNvPr id="20" name="四角形: 角を丸くする 19">
            <a:extLst>
              <a:ext uri="{FF2B5EF4-FFF2-40B4-BE49-F238E27FC236}">
                <a16:creationId xmlns:a16="http://schemas.microsoft.com/office/drawing/2014/main" id="{E0CBBE1F-06FF-86CA-8242-13E3DF01540B}"/>
              </a:ext>
            </a:extLst>
          </p:cNvPr>
          <p:cNvSpPr/>
          <p:nvPr/>
        </p:nvSpPr>
        <p:spPr>
          <a:xfrm>
            <a:off x="6874172" y="2731851"/>
            <a:ext cx="892431" cy="283070"/>
          </a:xfrm>
          <a:prstGeom prst="roundRect">
            <a:avLst>
              <a:gd name="adj" fmla="val 5275"/>
            </a:avLst>
          </a:prstGeom>
          <a:solidFill>
            <a:srgbClr val="1F4E7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21" name="四角形: 角を丸くする 20">
            <a:extLst>
              <a:ext uri="{FF2B5EF4-FFF2-40B4-BE49-F238E27FC236}">
                <a16:creationId xmlns:a16="http://schemas.microsoft.com/office/drawing/2014/main" id="{E5CCBC04-9E44-6BA1-3FDF-1444944AC94A}"/>
              </a:ext>
            </a:extLst>
          </p:cNvPr>
          <p:cNvSpPr/>
          <p:nvPr/>
        </p:nvSpPr>
        <p:spPr>
          <a:xfrm>
            <a:off x="6874172" y="3111665"/>
            <a:ext cx="892431" cy="283070"/>
          </a:xfrm>
          <a:prstGeom prst="roundRect">
            <a:avLst>
              <a:gd name="adj" fmla="val 5275"/>
            </a:avLst>
          </a:prstGeom>
          <a:solidFill>
            <a:srgbClr val="2E75B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35" name="四角形: 角を丸くする 34">
            <a:extLst>
              <a:ext uri="{FF2B5EF4-FFF2-40B4-BE49-F238E27FC236}">
                <a16:creationId xmlns:a16="http://schemas.microsoft.com/office/drawing/2014/main" id="{94FAA8DD-9B2B-8920-4D83-3A71F1E881DE}"/>
              </a:ext>
            </a:extLst>
          </p:cNvPr>
          <p:cNvSpPr/>
          <p:nvPr/>
        </p:nvSpPr>
        <p:spPr>
          <a:xfrm>
            <a:off x="6874172" y="3497586"/>
            <a:ext cx="892431" cy="283070"/>
          </a:xfrm>
          <a:prstGeom prst="roundRect">
            <a:avLst>
              <a:gd name="adj" fmla="val 5275"/>
            </a:avLst>
          </a:prstGeom>
          <a:solidFill>
            <a:srgbClr val="9DC3E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38" name="四角形: 角を丸くする 37">
            <a:extLst>
              <a:ext uri="{FF2B5EF4-FFF2-40B4-BE49-F238E27FC236}">
                <a16:creationId xmlns:a16="http://schemas.microsoft.com/office/drawing/2014/main" id="{C249A4C9-574B-EC55-F15E-F685821312F1}"/>
              </a:ext>
            </a:extLst>
          </p:cNvPr>
          <p:cNvSpPr/>
          <p:nvPr/>
        </p:nvSpPr>
        <p:spPr>
          <a:xfrm>
            <a:off x="6874172" y="3883815"/>
            <a:ext cx="892431" cy="283070"/>
          </a:xfrm>
          <a:prstGeom prst="roundRect">
            <a:avLst>
              <a:gd name="adj" fmla="val 5275"/>
            </a:avLst>
          </a:prstGeom>
          <a:solidFill>
            <a:srgbClr val="BDD7E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ctr" anchorCtr="1"/>
          <a:lstStyle/>
          <a:p>
            <a:pPr>
              <a:lnSpc>
                <a:spcPct val="100000"/>
              </a:lnSpc>
            </a:pPr>
            <a:endParaRPr lang="en-US" altLang="ja-JP" sz="4400">
              <a:solidFill>
                <a:schemeClr val="bg1"/>
              </a:solidFill>
              <a:latin typeface="+mn-lt"/>
              <a:ea typeface="BIZ UDPゴシック" panose="020B0400000000000000" pitchFamily="50" charset="-128"/>
              <a:cs typeface="Helvetica"/>
            </a:endParaRPr>
          </a:p>
        </p:txBody>
      </p:sp>
      <p:sp>
        <p:nvSpPr>
          <p:cNvPr id="63" name="テキスト ボックス 62">
            <a:extLst>
              <a:ext uri="{FF2B5EF4-FFF2-40B4-BE49-F238E27FC236}">
                <a16:creationId xmlns:a16="http://schemas.microsoft.com/office/drawing/2014/main" id="{8BF0CE6F-FD16-BF45-6E83-C7E12C644CFE}"/>
              </a:ext>
            </a:extLst>
          </p:cNvPr>
          <p:cNvSpPr txBox="1"/>
          <p:nvPr/>
        </p:nvSpPr>
        <p:spPr>
          <a:xfrm>
            <a:off x="7929908" y="3199026"/>
            <a:ext cx="1249715" cy="184666"/>
          </a:xfrm>
          <a:prstGeom prst="rect">
            <a:avLst/>
          </a:prstGeom>
          <a:noFill/>
        </p:spPr>
        <p:txBody>
          <a:bodyPr wrap="square" lIns="0" tIns="0" rIns="0" bIns="0" rtlCol="0">
            <a:spAutoFit/>
          </a:bodyPr>
          <a:lstStyle/>
          <a:p>
            <a:pPr algn="l"/>
            <a:r>
              <a:rPr lang="en-US" altLang="ja-JP" sz="1200" b="1" i="0" u="none" strike="noStrike" baseline="0">
                <a:solidFill>
                  <a:srgbClr val="2B5B8A"/>
                </a:solidFill>
                <a:latin typeface="TBGoStdB-Normal" panose="020B0600000000000000" pitchFamily="34" charset="-128"/>
                <a:ea typeface="TBGoStdB-Normal" panose="020B0600000000000000" pitchFamily="34" charset="-128"/>
              </a:rPr>
              <a:t>#2E75B6</a:t>
            </a:r>
          </a:p>
        </p:txBody>
      </p:sp>
      <p:sp>
        <p:nvSpPr>
          <p:cNvPr id="64" name="テキスト ボックス 63">
            <a:extLst>
              <a:ext uri="{FF2B5EF4-FFF2-40B4-BE49-F238E27FC236}">
                <a16:creationId xmlns:a16="http://schemas.microsoft.com/office/drawing/2014/main" id="{8AC59C40-6B14-E60C-9A63-69CED91CEBA8}"/>
              </a:ext>
            </a:extLst>
          </p:cNvPr>
          <p:cNvSpPr txBox="1"/>
          <p:nvPr/>
        </p:nvSpPr>
        <p:spPr>
          <a:xfrm>
            <a:off x="7929908" y="3581653"/>
            <a:ext cx="1249715" cy="184666"/>
          </a:xfrm>
          <a:prstGeom prst="rect">
            <a:avLst/>
          </a:prstGeom>
          <a:noFill/>
        </p:spPr>
        <p:txBody>
          <a:bodyPr wrap="square" lIns="0" tIns="0" rIns="0" bIns="0" rtlCol="0">
            <a:spAutoFit/>
          </a:bodyPr>
          <a:lstStyle/>
          <a:p>
            <a:pPr algn="l"/>
            <a:r>
              <a:rPr lang="en-US" altLang="ja-JP" sz="1200" b="1" i="0" u="none" strike="noStrike" baseline="0">
                <a:solidFill>
                  <a:srgbClr val="2B5B8A"/>
                </a:solidFill>
                <a:latin typeface="TBGoStdB-Normal" panose="020B0600000000000000" pitchFamily="34" charset="-128"/>
                <a:ea typeface="TBGoStdB-Normal" panose="020B0600000000000000" pitchFamily="34" charset="-128"/>
              </a:rPr>
              <a:t>#9DC3E6</a:t>
            </a:r>
          </a:p>
        </p:txBody>
      </p:sp>
      <p:sp>
        <p:nvSpPr>
          <p:cNvPr id="66" name="テキスト ボックス 65">
            <a:extLst>
              <a:ext uri="{FF2B5EF4-FFF2-40B4-BE49-F238E27FC236}">
                <a16:creationId xmlns:a16="http://schemas.microsoft.com/office/drawing/2014/main" id="{AD099F8E-82AB-E58E-E073-7CC1256276AA}"/>
              </a:ext>
            </a:extLst>
          </p:cNvPr>
          <p:cNvSpPr txBox="1"/>
          <p:nvPr/>
        </p:nvSpPr>
        <p:spPr>
          <a:xfrm>
            <a:off x="7929908" y="3964279"/>
            <a:ext cx="1249715" cy="184666"/>
          </a:xfrm>
          <a:prstGeom prst="rect">
            <a:avLst/>
          </a:prstGeom>
          <a:noFill/>
        </p:spPr>
        <p:txBody>
          <a:bodyPr wrap="square" lIns="0" tIns="0" rIns="0" bIns="0" rtlCol="0">
            <a:spAutoFit/>
          </a:bodyPr>
          <a:lstStyle/>
          <a:p>
            <a:pPr algn="l"/>
            <a:r>
              <a:rPr lang="en-US" altLang="ja-JP" sz="1200" b="1" i="0" u="none" strike="noStrike" baseline="0">
                <a:solidFill>
                  <a:srgbClr val="2B5B8A"/>
                </a:solidFill>
                <a:latin typeface="TBGoStdB-Normal" panose="020B0600000000000000" pitchFamily="34" charset="-128"/>
                <a:ea typeface="TBGoStdB-Normal" panose="020B0600000000000000" pitchFamily="34" charset="-128"/>
              </a:rPr>
              <a:t>#BDD7EE</a:t>
            </a:r>
          </a:p>
        </p:txBody>
      </p:sp>
    </p:spTree>
    <p:extLst>
      <p:ext uri="{BB962C8B-B14F-4D97-AF65-F5344CB8AC3E}">
        <p14:creationId xmlns:p14="http://schemas.microsoft.com/office/powerpoint/2010/main" val="18705578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73293-519D-F28A-5C55-1FEF13FEA838}"/>
            </a:ext>
          </a:extLst>
        </p:cNvPr>
        <p:cNvGrpSpPr/>
        <p:nvPr/>
      </p:nvGrpSpPr>
      <p:grpSpPr>
        <a:xfrm>
          <a:off x="0" y="0"/>
          <a:ext cx="0" cy="0"/>
          <a:chOff x="0" y="0"/>
          <a:chExt cx="0" cy="0"/>
        </a:xfrm>
      </p:grpSpPr>
    </p:spTree>
    <p:extLst>
      <p:ext uri="{BB962C8B-B14F-4D97-AF65-F5344CB8AC3E}">
        <p14:creationId xmlns:p14="http://schemas.microsoft.com/office/powerpoint/2010/main" val="336549320"/>
      </p:ext>
    </p:extLst>
  </p:cSld>
  <p:clrMapOvr>
    <a:masterClrMapping/>
  </p:clrMapOvr>
</p:sld>
</file>

<file path=ppt/theme/theme1.xml><?xml version="1.0" encoding="utf-8"?>
<a:theme xmlns:a="http://schemas.openxmlformats.org/drawingml/2006/main" name="基本テンプレート">
  <a:themeElements>
    <a:clrScheme name="ユーザー定義 1">
      <a:dk1>
        <a:sysClr val="windowText" lastClr="000000"/>
      </a:dk1>
      <a:lt1>
        <a:sysClr val="window" lastClr="FFFFFF"/>
      </a:lt1>
      <a:dk2>
        <a:srgbClr val="002060"/>
      </a:dk2>
      <a:lt2>
        <a:srgbClr val="E7E6E6"/>
      </a:lt2>
      <a:accent1>
        <a:srgbClr val="0070C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マスター">
      <a:majorFont>
        <a:latin typeface="BIZ UDPゴシック"/>
        <a:ea typeface="BIZ UDPゴシック"/>
        <a:cs typeface=""/>
      </a:majorFont>
      <a:minorFont>
        <a:latin typeface="BIZ UDPゴシック"/>
        <a:ea typeface="BIZ UDP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F5597"/>
        </a:solidFill>
        <a:ln>
          <a:solidFill>
            <a:srgbClr val="033865"/>
          </a:solidFill>
        </a:ln>
      </a:spPr>
      <a:bodyPr lIns="91440" tIns="45720" rIns="91440" bIns="45720" rtlCol="0" anchor="ctr"/>
      <a:lstStyle>
        <a:defPPr algn="l">
          <a:defRPr sz="2000" b="1" dirty="0">
            <a:solidFill>
              <a:schemeClr val="bg1"/>
            </a:solidFill>
            <a:latin typeface="BIZ UDPゴシック" panose="020B0400000000000000" pitchFamily="50" charset="-128"/>
            <a:ea typeface="BIZ UDPゴシック" panose="020B0400000000000000" pitchFamily="50" charset="-128"/>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72000" tIns="72000" rIns="72000" bIns="72000" rtlCol="0">
        <a:spAutoFit/>
      </a:bodyPr>
      <a:lstStyle>
        <a:defPPr algn="l">
          <a:lnSpc>
            <a:spcPct val="120000"/>
          </a:lnSpc>
          <a:defRPr kumimoji="1" sz="1400" dirty="0">
            <a:solidFill>
              <a:schemeClr val="tx1"/>
            </a:solidFill>
            <a:latin typeface="Helvetica" panose="020B0604020202020204" pitchFamily="34" charset="0"/>
            <a:ea typeface="BIZ UDP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背景グラデーションありセッ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ユーザー定義 1">
      <a:majorFont>
        <a:latin typeface="Helvetica"/>
        <a:ea typeface="BIZ UDPゴシック"/>
        <a:cs typeface=""/>
      </a:majorFont>
      <a:minorFont>
        <a:latin typeface="BIZ UDPゴシック"/>
        <a:ea typeface="BIZ UDP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F5597"/>
        </a:solidFill>
        <a:ln>
          <a:solidFill>
            <a:srgbClr val="033865"/>
          </a:solidFill>
        </a:ln>
      </a:spPr>
      <a:bodyPr lIns="91440" tIns="45720" rIns="91440" bIns="45720" rtlCol="0" anchor="ctr"/>
      <a:lstStyle>
        <a:defPPr algn="l">
          <a:defRPr sz="2000" b="1" dirty="0">
            <a:solidFill>
              <a:schemeClr val="bg1"/>
            </a:solidFill>
            <a:latin typeface="BIZ UDPゴシック" panose="020B0400000000000000" pitchFamily="50" charset="-128"/>
            <a:ea typeface="BIZ UDPゴシック" panose="020B0400000000000000" pitchFamily="50" charset="-128"/>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lgn="l">
          <a:defRPr kumimoji="1" sz="1400" dirty="0">
            <a:latin typeface="Helvetica" panose="020B0604020202020204" pitchFamily="34" charset="0"/>
            <a:ea typeface="BIZ UDP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Flow_SignoffStatus xmlns="0115ec55-e1a1-46d5-8a4f-8bda77043693" xsi:nil="true"/>
    <lcf76f155ced4ddcb4097134ff3c332f xmlns="0115ec55-e1a1-46d5-8a4f-8bda77043693">
      <Terms xmlns="http://schemas.microsoft.com/office/infopath/2007/PartnerControls"/>
    </lcf76f155ced4ddcb4097134ff3c332f>
    <TaxCatchAll xmlns="d8efe403-190e-4f95-b124-8b741c6755b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A3FA47091985EA429D282033C471D40E" ma:contentTypeVersion="18" ma:contentTypeDescription="新しいドキュメントを作成します。" ma:contentTypeScope="" ma:versionID="a6ba116ec541fc84164f0b1591bd0ced">
  <xsd:schema xmlns:xsd="http://www.w3.org/2001/XMLSchema" xmlns:xs="http://www.w3.org/2001/XMLSchema" xmlns:p="http://schemas.microsoft.com/office/2006/metadata/properties" xmlns:ns2="d8efe403-190e-4f95-b124-8b741c6755b7" xmlns:ns3="0115ec55-e1a1-46d5-8a4f-8bda77043693" targetNamespace="http://schemas.microsoft.com/office/2006/metadata/properties" ma:root="true" ma:fieldsID="4aba5159039071c628042db7dffb5e02" ns2:_="" ns3:_="">
    <xsd:import namespace="d8efe403-190e-4f95-b124-8b741c6755b7"/>
    <xsd:import namespace="0115ec55-e1a1-46d5-8a4f-8bda7704369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MediaServiceObjectDetectorVersions" minOccurs="0"/>
                <xsd:element ref="ns3:_Flow_SignoffStatu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8efe403-190e-4f95-b124-8b741c6755b7" elementFormDefault="qualified">
    <xsd:import namespace="http://schemas.microsoft.com/office/2006/documentManagement/types"/>
    <xsd:import namespace="http://schemas.microsoft.com/office/infopath/2007/PartnerControls"/>
    <xsd:element name="SharedWithUsers" ma:index="8"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共有相手の詳細情報" ma:internalName="SharedWithDetails" ma:readOnly="true">
      <xsd:simpleType>
        <xsd:restriction base="dms:Note">
          <xsd:maxLength value="255"/>
        </xsd:restriction>
      </xsd:simpleType>
    </xsd:element>
    <xsd:element name="TaxCatchAll" ma:index="14" nillable="true" ma:displayName="Taxonomy Catch All Column" ma:hidden="true" ma:list="{a96e21da-c68f-49a7-9a01-2fd058d14d30}" ma:internalName="TaxCatchAll" ma:showField="CatchAllData" ma:web="d8efe403-190e-4f95-b124-8b741c6755b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0115ec55-e1a1-46d5-8a4f-8bda7704369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3a51758a-f41d-49cd-b39d-03773b5dfc9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description="" ma:indexed="true" ma:internalName="MediaServiceLocation" ma:readOnly="true">
      <xsd:simpleType>
        <xsd:restriction base="dms:Text"/>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element name="_Flow_SignoffStatus" ma:index="22" nillable="true" ma:displayName="承認の状態" ma:internalName="_x627f__x8a8d__x306e__x72b6__x614b_">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F1C7453-8A4D-44AC-B68C-67C313904562}">
  <ds:schemaRefs>
    <ds:schemaRef ds:uri="http://schemas.microsoft.com/office/2006/metadata/properties"/>
    <ds:schemaRef ds:uri="http://schemas.microsoft.com/office/infopath/2007/PartnerControls"/>
    <ds:schemaRef ds:uri="0115ec55-e1a1-46d5-8a4f-8bda77043693"/>
    <ds:schemaRef ds:uri="d8efe403-190e-4f95-b124-8b741c6755b7"/>
  </ds:schemaRefs>
</ds:datastoreItem>
</file>

<file path=customXml/itemProps2.xml><?xml version="1.0" encoding="utf-8"?>
<ds:datastoreItem xmlns:ds="http://schemas.openxmlformats.org/officeDocument/2006/customXml" ds:itemID="{B893F7EF-3EBA-4BCF-A824-2840C672C873}">
  <ds:schemaRefs>
    <ds:schemaRef ds:uri="http://schemas.microsoft.com/sharepoint/v3/contenttype/forms"/>
  </ds:schemaRefs>
</ds:datastoreItem>
</file>

<file path=customXml/itemProps3.xml><?xml version="1.0" encoding="utf-8"?>
<ds:datastoreItem xmlns:ds="http://schemas.openxmlformats.org/officeDocument/2006/customXml" ds:itemID="{2740DC2E-CA06-4ACE-953A-6514DE1FAC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8efe403-190e-4f95-b124-8b741c6755b7"/>
    <ds:schemaRef ds:uri="0115ec55-e1a1-46d5-8a4f-8bda7704369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Ion</Template>
  <Application>Microsoft Office PowerPoint</Application>
  <PresentationFormat>Widescreen</PresentationFormat>
  <Slides>23</Slides>
  <Notes>9</Notes>
  <HiddenSlides>0</HiddenSlides>
  <ScaleCrop>false</ScaleCrop>
  <HeadingPairs>
    <vt:vector size="4" baseType="variant">
      <vt:variant>
        <vt:lpstr>Theme</vt:lpstr>
      </vt:variant>
      <vt:variant>
        <vt:i4>2</vt:i4>
      </vt:variant>
      <vt:variant>
        <vt:lpstr>Slide Titles</vt:lpstr>
      </vt:variant>
      <vt:variant>
        <vt:i4>23</vt:i4>
      </vt:variant>
    </vt:vector>
  </HeadingPairs>
  <TitlesOfParts>
    <vt:vector size="25" baseType="lpstr">
      <vt:lpstr>基本テンプレート</vt:lpstr>
      <vt:lpstr>背景グラデーションありセット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サンプル：会社概要</vt:lpstr>
      <vt:lpstr>サンプル：特記事項</vt:lpstr>
      <vt:lpstr>PowerPoint Presentation</vt:lpstr>
      <vt:lpstr>PowerPoint Presentation</vt:lpstr>
      <vt:lpstr>サンプル：スライドパーツ</vt:lpstr>
      <vt:lpstr>サンプル：スライドパーツ アイコン（Microsoft標準）</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cp:revision>
  <dcterms:created xsi:type="dcterms:W3CDTF">2026-02-03T04:44:14Z</dcterms:created>
  <dcterms:modified xsi:type="dcterms:W3CDTF">2026-02-05T13:33:40Z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0x010100A3FA47091985EA429D282033C471D40E</vt:lpwstr>
  </property>
</Properties>
</file>